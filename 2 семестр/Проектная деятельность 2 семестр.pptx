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6"/>
  </p:notesMasterIdLst>
  <p:sldIdLst>
    <p:sldId id="256" r:id="rId2"/>
    <p:sldId id="261" r:id="rId3"/>
    <p:sldId id="262" r:id="rId4"/>
    <p:sldId id="268" r:id="rId5"/>
    <p:sldId id="269" r:id="rId6"/>
    <p:sldId id="271" r:id="rId7"/>
    <p:sldId id="264" r:id="rId8"/>
    <p:sldId id="319" r:id="rId9"/>
    <p:sldId id="283" r:id="rId10"/>
    <p:sldId id="266" r:id="rId11"/>
    <p:sldId id="288" r:id="rId12"/>
    <p:sldId id="309" r:id="rId13"/>
    <p:sldId id="311" r:id="rId14"/>
    <p:sldId id="312" r:id="rId15"/>
    <p:sldId id="296" r:id="rId16"/>
    <p:sldId id="273" r:id="rId17"/>
    <p:sldId id="314" r:id="rId18"/>
    <p:sldId id="303" r:id="rId19"/>
    <p:sldId id="320" r:id="rId20"/>
    <p:sldId id="321" r:id="rId21"/>
    <p:sldId id="329" r:id="rId22"/>
    <p:sldId id="330" r:id="rId23"/>
    <p:sldId id="322" r:id="rId24"/>
    <p:sldId id="331" r:id="rId25"/>
    <p:sldId id="332" r:id="rId26"/>
    <p:sldId id="333" r:id="rId27"/>
    <p:sldId id="334" r:id="rId28"/>
    <p:sldId id="335" r:id="rId29"/>
    <p:sldId id="317" r:id="rId30"/>
    <p:sldId id="318" r:id="rId31"/>
    <p:sldId id="315" r:id="rId32"/>
    <p:sldId id="336" r:id="rId33"/>
    <p:sldId id="337" r:id="rId34"/>
    <p:sldId id="308" r:id="rId35"/>
  </p:sldIdLst>
  <p:sldSz cx="9144000" cy="5143500" type="screen16x9"/>
  <p:notesSz cx="6858000" cy="9144000"/>
  <p:embeddedFontLst>
    <p:embeddedFont>
      <p:font typeface="Play" pitchFamily="2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981E"/>
    <a:srgbClr val="08FD01"/>
    <a:srgbClr val="612113"/>
    <a:srgbClr val="992A17"/>
    <a:srgbClr val="787516"/>
    <a:srgbClr val="124611"/>
    <a:srgbClr val="642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483395-4631-4F53-BD70-41E7517D57F4}">
  <a:tblStyle styleId="{CD483395-4631-4F53-BD70-41E7517D57F4}" styleName="Table_0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782C36A-AE91-4C03-BB41-D0F766F56F1B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BA9BDFC-4676-4CC5-A7F3-5979EB1B2AE4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BC20FB1-A35E-492C-AF5B-4F7DA943124F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3"/>
    <p:restoredTop sz="94444" autoAdjust="0"/>
  </p:normalViewPr>
  <p:slideViewPr>
    <p:cSldViewPr snapToGrid="0">
      <p:cViewPr>
        <p:scale>
          <a:sx n="129" d="100"/>
          <a:sy n="129" d="100"/>
        </p:scale>
        <p:origin x="176" y="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аримов Оятилло Жамолидинович" userId="b5b28936-6c2a-480c-9fb8-796f82d8825f" providerId="ADAL" clId="{312C6BEB-C31E-525B-A55B-F59BBF13DD0A}"/>
    <pc:docChg chg="undo redo custSel addSld delSld modSld sldOrd">
      <pc:chgData name="Каримов Оятилло Жамолидинович" userId="b5b28936-6c2a-480c-9fb8-796f82d8825f" providerId="ADAL" clId="{312C6BEB-C31E-525B-A55B-F59BBF13DD0A}" dt="2026-05-08T19:19:44.438" v="662" actId="20577"/>
      <pc:docMkLst>
        <pc:docMk/>
      </pc:docMkLst>
      <pc:sldChg chg="modSp add mod">
        <pc:chgData name="Каримов Оятилло Жамолидинович" userId="b5b28936-6c2a-480c-9fb8-796f82d8825f" providerId="ADAL" clId="{312C6BEB-C31E-525B-A55B-F59BBF13DD0A}" dt="2026-04-22T07:29:08.195" v="402" actId="122"/>
        <pc:sldMkLst>
          <pc:docMk/>
          <pc:sldMk cId="2506527439" sldId="264"/>
        </pc:sldMkLst>
        <pc:graphicFrameChg chg="mod modGraphic">
          <ac:chgData name="Каримов Оятилло Жамолидинович" userId="b5b28936-6c2a-480c-9fb8-796f82d8825f" providerId="ADAL" clId="{312C6BEB-C31E-525B-A55B-F59BBF13DD0A}" dt="2026-04-22T07:29:08.195" v="402" actId="122"/>
          <ac:graphicFrameMkLst>
            <pc:docMk/>
            <pc:sldMk cId="2506527439" sldId="264"/>
            <ac:graphicFrameMk id="4" creationId="{00000000-0000-0000-0000-000000000000}"/>
          </ac:graphicFrameMkLst>
        </pc:graphicFrameChg>
      </pc:sldChg>
      <pc:sldChg chg="add">
        <pc:chgData name="Каримов Оятилло Жамолидинович" userId="b5b28936-6c2a-480c-9fb8-796f82d8825f" providerId="ADAL" clId="{312C6BEB-C31E-525B-A55B-F59BBF13DD0A}" dt="2026-04-21T19:20:27.670" v="382"/>
        <pc:sldMkLst>
          <pc:docMk/>
          <pc:sldMk cId="2846073943" sldId="266"/>
        </pc:sldMkLst>
      </pc:sldChg>
      <pc:sldChg chg="del">
        <pc:chgData name="Каримов Оятилло Жамолидинович" userId="b5b28936-6c2a-480c-9fb8-796f82d8825f" providerId="ADAL" clId="{312C6BEB-C31E-525B-A55B-F59BBF13DD0A}" dt="2026-05-08T18:58:23.273" v="419" actId="2696"/>
        <pc:sldMkLst>
          <pc:docMk/>
          <pc:sldMk cId="0" sldId="277"/>
        </pc:sldMkLst>
      </pc:sldChg>
      <pc:sldChg chg="del">
        <pc:chgData name="Каримов Оятилло Жамолидинович" userId="b5b28936-6c2a-480c-9fb8-796f82d8825f" providerId="ADAL" clId="{312C6BEB-C31E-525B-A55B-F59BBF13DD0A}" dt="2026-05-08T19:05:19.324" v="488" actId="2696"/>
        <pc:sldMkLst>
          <pc:docMk/>
          <pc:sldMk cId="0" sldId="278"/>
        </pc:sldMkLst>
      </pc:sldChg>
      <pc:sldChg chg="delSp mod">
        <pc:chgData name="Каримов Оятилло Жамолидинович" userId="b5b28936-6c2a-480c-9fb8-796f82d8825f" providerId="ADAL" clId="{312C6BEB-C31E-525B-A55B-F59BBF13DD0A}" dt="2026-04-22T07:26:42.077" v="398" actId="478"/>
        <pc:sldMkLst>
          <pc:docMk/>
          <pc:sldMk cId="0" sldId="296"/>
        </pc:sldMkLst>
      </pc:sldChg>
      <pc:sldChg chg="add">
        <pc:chgData name="Каримов Оятилло Жамолидинович" userId="b5b28936-6c2a-480c-9fb8-796f82d8825f" providerId="ADAL" clId="{312C6BEB-C31E-525B-A55B-F59BBF13DD0A}" dt="2026-05-08T18:58:19.564" v="418"/>
        <pc:sldMkLst>
          <pc:docMk/>
          <pc:sldMk cId="1772555320" sldId="303"/>
        </pc:sldMkLst>
      </pc:sldChg>
      <pc:sldChg chg="del">
        <pc:chgData name="Каримов Оятилло Жамолидинович" userId="b5b28936-6c2a-480c-9fb8-796f82d8825f" providerId="ADAL" clId="{312C6BEB-C31E-525B-A55B-F59BBF13DD0A}" dt="2026-05-08T19:08:10.763" v="529" actId="2696"/>
        <pc:sldMkLst>
          <pc:docMk/>
          <pc:sldMk cId="3323244095" sldId="305"/>
        </pc:sldMkLst>
      </pc:sldChg>
      <pc:sldChg chg="modSp add del">
        <pc:chgData name="Каримов Оятилло Жамолидинович" userId="b5b28936-6c2a-480c-9fb8-796f82d8825f" providerId="ADAL" clId="{312C6BEB-C31E-525B-A55B-F59BBF13DD0A}" dt="2026-04-22T07:23:07.127" v="387"/>
        <pc:sldMkLst>
          <pc:docMk/>
          <pc:sldMk cId="0" sldId="309"/>
        </pc:sldMkLst>
        <pc:graphicFrameChg chg="mod">
          <ac:chgData name="Каримов Оятилло Жамолидинович" userId="b5b28936-6c2a-480c-9fb8-796f82d8825f" providerId="ADAL" clId="{312C6BEB-C31E-525B-A55B-F59BBF13DD0A}" dt="2026-04-22T07:23:07.127" v="387"/>
          <ac:graphicFrameMkLst>
            <pc:docMk/>
            <pc:sldMk cId="0" sldId="309"/>
            <ac:graphicFrameMk id="735" creationId="{00000000-0000-0000-0000-000000000000}"/>
          </ac:graphicFrameMkLst>
        </pc:graphicFrameChg>
      </pc:sldChg>
      <pc:sldChg chg="add del">
        <pc:chgData name="Каримов Оятилло Жамолидинович" userId="b5b28936-6c2a-480c-9fb8-796f82d8825f" providerId="ADAL" clId="{312C6BEB-C31E-525B-A55B-F59BBF13DD0A}" dt="2026-04-22T07:23:07.127" v="387"/>
        <pc:sldMkLst>
          <pc:docMk/>
          <pc:sldMk cId="1807577040" sldId="311"/>
        </pc:sldMkLst>
      </pc:sldChg>
      <pc:sldChg chg="modSp add del mod">
        <pc:chgData name="Каримов Оятилло Жамолидинович" userId="b5b28936-6c2a-480c-9fb8-796f82d8825f" providerId="ADAL" clId="{312C6BEB-C31E-525B-A55B-F59BBF13DD0A}" dt="2026-04-22T07:25:13.371" v="396" actId="113"/>
        <pc:sldMkLst>
          <pc:docMk/>
          <pc:sldMk cId="0" sldId="312"/>
        </pc:sldMkLst>
        <pc:spChg chg="mod">
          <ac:chgData name="Каримов Оятилло Жамолидинович" userId="b5b28936-6c2a-480c-9fb8-796f82d8825f" providerId="ADAL" clId="{312C6BEB-C31E-525B-A55B-F59BBF13DD0A}" dt="2026-04-22T07:25:13.371" v="396" actId="113"/>
          <ac:spMkLst>
            <pc:docMk/>
            <pc:sldMk cId="0" sldId="312"/>
            <ac:spMk id="822" creationId="{00000000-0000-0000-0000-000000000000}"/>
          </ac:spMkLst>
        </pc:spChg>
      </pc:sldChg>
      <pc:sldChg chg="modSp add mod">
        <pc:chgData name="Каримов Оятилло Жамолидинович" userId="b5b28936-6c2a-480c-9fb8-796f82d8825f" providerId="ADAL" clId="{312C6BEB-C31E-525B-A55B-F59BBF13DD0A}" dt="2026-04-22T07:29:17.338" v="417" actId="20577"/>
        <pc:sldMkLst>
          <pc:docMk/>
          <pc:sldMk cId="2043537410" sldId="319"/>
        </pc:sldMkLst>
        <pc:graphicFrameChg chg="modGraphic">
          <ac:chgData name="Каримов Оятилло Жамолидинович" userId="b5b28936-6c2a-480c-9fb8-796f82d8825f" providerId="ADAL" clId="{312C6BEB-C31E-525B-A55B-F59BBF13DD0A}" dt="2026-04-22T07:29:17.338" v="417" actId="20577"/>
          <ac:graphicFrameMkLst>
            <pc:docMk/>
            <pc:sldMk cId="2043537410" sldId="319"/>
            <ac:graphicFrameMk id="4" creationId="{00000000-0000-0000-0000-000000000000}"/>
          </ac:graphicFrameMkLst>
        </pc:graphicFrame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8:59:22.283" v="429" actId="1076"/>
        <pc:sldMkLst>
          <pc:docMk/>
          <pc:sldMk cId="3236696211" sldId="320"/>
        </pc:sldMkLst>
        <pc:picChg chg="add del">
          <ac:chgData name="Каримов Оятилло Жамолидинович" userId="b5b28936-6c2a-480c-9fb8-796f82d8825f" providerId="ADAL" clId="{312C6BEB-C31E-525B-A55B-F59BBF13DD0A}" dt="2026-05-08T18:58:46.717" v="422" actId="478"/>
          <ac:picMkLst>
            <pc:docMk/>
            <pc:sldMk cId="3236696211" sldId="320"/>
            <ac:picMk id="2" creationId="{12720044-6CEF-755E-BA22-3209E286D532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8:58:44.120" v="421" actId="478"/>
          <ac:picMkLst>
            <pc:docMk/>
            <pc:sldMk cId="3236696211" sldId="320"/>
            <ac:picMk id="3" creationId="{9FC6DCE4-F051-4395-889D-ECF847673B5C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8:59:07.470" v="425" actId="1076"/>
          <ac:picMkLst>
            <pc:docMk/>
            <pc:sldMk cId="3236696211" sldId="320"/>
            <ac:picMk id="4" creationId="{DD050475-9FF5-5E8C-D68B-263CEF83F6F7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8:59:22.283" v="429" actId="1076"/>
          <ac:picMkLst>
            <pc:docMk/>
            <pc:sldMk cId="3236696211" sldId="320"/>
            <ac:picMk id="5" creationId="{C90626FE-2F81-0EA4-0CE7-D1B2296C477E}"/>
          </ac:picMkLst>
        </pc:pic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04:15.010" v="486"/>
        <pc:sldMkLst>
          <pc:docMk/>
          <pc:sldMk cId="2829912205" sldId="321"/>
        </pc:sldMkLst>
        <pc:spChg chg="mod">
          <ac:chgData name="Каримов Оятилло Жамолидинович" userId="b5b28936-6c2a-480c-9fb8-796f82d8825f" providerId="ADAL" clId="{312C6BEB-C31E-525B-A55B-F59BBF13DD0A}" dt="2026-05-08T19:04:15.010" v="486"/>
          <ac:spMkLst>
            <pc:docMk/>
            <pc:sldMk cId="2829912205" sldId="321"/>
            <ac:spMk id="879" creationId="{00000000-0000-0000-0000-000000000000}"/>
          </ac:spMkLst>
        </pc:spChg>
        <pc:picChg chg="add del mod">
          <ac:chgData name="Каримов Оятилло Жамолидинович" userId="b5b28936-6c2a-480c-9fb8-796f82d8825f" providerId="ADAL" clId="{312C6BEB-C31E-525B-A55B-F59BBF13DD0A}" dt="2026-05-08T19:00:33.116" v="438" actId="478"/>
          <ac:picMkLst>
            <pc:docMk/>
            <pc:sldMk cId="2829912205" sldId="321"/>
            <ac:picMk id="2" creationId="{19457F1F-5988-3474-B41C-85AA724269ED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0:05.937" v="430" actId="478"/>
          <ac:picMkLst>
            <pc:docMk/>
            <pc:sldMk cId="2829912205" sldId="321"/>
            <ac:picMk id="3" creationId="{DD203E59-11B8-4D7C-A2CA-4C081CECF3A2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1:21.865" v="452" actId="14100"/>
          <ac:picMkLst>
            <pc:docMk/>
            <pc:sldMk cId="2829912205" sldId="321"/>
            <ac:picMk id="4" creationId="{C7107BDF-D3D9-31E4-A01F-A81D7479224C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1:23.799" v="453" actId="1076"/>
          <ac:picMkLst>
            <pc:docMk/>
            <pc:sldMk cId="2829912205" sldId="321"/>
            <ac:picMk id="5" creationId="{611991E9-A462-61BD-983C-C2E9C8439D9B}"/>
          </ac:picMkLst>
        </pc:pic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07:10.817" v="512" actId="1076"/>
        <pc:sldMkLst>
          <pc:docMk/>
          <pc:sldMk cId="3130097605" sldId="322"/>
        </pc:sldMkLst>
        <pc:spChg chg="mod">
          <ac:chgData name="Каримов Оятилло Жамолидинович" userId="b5b28936-6c2a-480c-9fb8-796f82d8825f" providerId="ADAL" clId="{312C6BEB-C31E-525B-A55B-F59BBF13DD0A}" dt="2026-05-08T19:06:38.365" v="502" actId="14100"/>
          <ac:spMkLst>
            <pc:docMk/>
            <pc:sldMk cId="3130097605" sldId="322"/>
            <ac:spMk id="879" creationId="{00000000-0000-0000-0000-000000000000}"/>
          </ac:spMkLst>
        </pc:spChg>
        <pc:picChg chg="add del mod">
          <ac:chgData name="Каримов Оятилло Жамолидинович" userId="b5b28936-6c2a-480c-9fb8-796f82d8825f" providerId="ADAL" clId="{312C6BEB-C31E-525B-A55B-F59BBF13DD0A}" dt="2026-05-08T19:06:26.136" v="495" actId="478"/>
          <ac:picMkLst>
            <pc:docMk/>
            <pc:sldMk cId="3130097605" sldId="322"/>
            <ac:picMk id="2" creationId="{D1BBD2F1-9154-4EA0-0DA5-18772189F72E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6:16.033" v="490" actId="478"/>
          <ac:picMkLst>
            <pc:docMk/>
            <pc:sldMk cId="3130097605" sldId="322"/>
            <ac:picMk id="3" creationId="{25555556-B19C-4D48-9589-144005C7CCF9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6:58.650" v="508" actId="1076"/>
          <ac:picMkLst>
            <pc:docMk/>
            <pc:sldMk cId="3130097605" sldId="322"/>
            <ac:picMk id="4" creationId="{278DF30D-6B6F-8662-6B3A-3E79E1BD2E15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7:10.817" v="512" actId="1076"/>
          <ac:picMkLst>
            <pc:docMk/>
            <pc:sldMk cId="3130097605" sldId="322"/>
            <ac:picMk id="5" creationId="{05633F93-F0B8-EC12-BCB0-9B1DECE78D51}"/>
          </ac:picMkLst>
        </pc:pic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04:10.966" v="485" actId="20577"/>
        <pc:sldMkLst>
          <pc:docMk/>
          <pc:sldMk cId="4046751942" sldId="329"/>
        </pc:sldMkLst>
        <pc:spChg chg="mod">
          <ac:chgData name="Каримов Оятилло Жамолидинович" userId="b5b28936-6c2a-480c-9fb8-796f82d8825f" providerId="ADAL" clId="{312C6BEB-C31E-525B-A55B-F59BBF13DD0A}" dt="2026-05-08T19:04:10.966" v="485" actId="20577"/>
          <ac:spMkLst>
            <pc:docMk/>
            <pc:sldMk cId="4046751942" sldId="329"/>
            <ac:spMk id="879" creationId="{00000000-0000-0000-0000-000000000000}"/>
          </ac:spMkLst>
        </pc:spChg>
        <pc:picChg chg="add del mod">
          <ac:chgData name="Каримов Оятилло Жамолидинович" userId="b5b28936-6c2a-480c-9fb8-796f82d8825f" providerId="ADAL" clId="{312C6BEB-C31E-525B-A55B-F59BBF13DD0A}" dt="2026-05-08T19:02:28.786" v="458" actId="478"/>
          <ac:picMkLst>
            <pc:docMk/>
            <pc:sldMk cId="4046751942" sldId="329"/>
            <ac:picMk id="2" creationId="{FBCC38BD-A9F5-0EB4-A05D-BFC387CE19C3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3:47.798" v="472" actId="1076"/>
          <ac:picMkLst>
            <pc:docMk/>
            <pc:sldMk cId="4046751942" sldId="329"/>
            <ac:picMk id="3" creationId="{6EAFC65D-3142-31CC-43A2-21DA92487619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3:40.265" v="469" actId="1076"/>
          <ac:picMkLst>
            <pc:docMk/>
            <pc:sldMk cId="4046751942" sldId="329"/>
            <ac:picMk id="4" creationId="{6DCFE96A-8CC4-3305-C13A-A74093027AB6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1:38.051" v="454" actId="478"/>
          <ac:picMkLst>
            <pc:docMk/>
            <pc:sldMk cId="4046751942" sldId="329"/>
            <ac:picMk id="8" creationId="{256B924A-9DB0-49BF-839B-A0E30878BEEC}"/>
          </ac:picMkLst>
        </pc:picChg>
      </pc:sldChg>
      <pc:sldChg chg="add">
        <pc:chgData name="Каримов Оятилло Жамолидинович" userId="b5b28936-6c2a-480c-9fb8-796f82d8825f" providerId="ADAL" clId="{312C6BEB-C31E-525B-A55B-F59BBF13DD0A}" dt="2026-05-08T19:05:17.362" v="487"/>
        <pc:sldMkLst>
          <pc:docMk/>
          <pc:sldMk cId="2305563593" sldId="330"/>
        </pc:sldMkLst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07:49.214" v="528" actId="1076"/>
        <pc:sldMkLst>
          <pc:docMk/>
          <pc:sldMk cId="4201024952" sldId="331"/>
        </pc:sldMkLst>
        <pc:spChg chg="mod">
          <ac:chgData name="Каримов Оятилло Жамолидинович" userId="b5b28936-6c2a-480c-9fb8-796f82d8825f" providerId="ADAL" clId="{312C6BEB-C31E-525B-A55B-F59BBF13DD0A}" dt="2026-05-08T19:07:17.471" v="515" actId="20577"/>
          <ac:spMkLst>
            <pc:docMk/>
            <pc:sldMk cId="4201024952" sldId="331"/>
            <ac:spMk id="879" creationId="{60B8AC08-B5A3-A78C-9E7A-DF5294D99DA5}"/>
          </ac:spMkLst>
        </pc:spChg>
        <pc:picChg chg="add mod">
          <ac:chgData name="Каримов Оятилло Жамолидинович" userId="b5b28936-6c2a-480c-9fb8-796f82d8825f" providerId="ADAL" clId="{312C6BEB-C31E-525B-A55B-F59BBF13DD0A}" dt="2026-05-08T19:07:32.947" v="522" actId="14100"/>
          <ac:picMkLst>
            <pc:docMk/>
            <pc:sldMk cId="4201024952" sldId="331"/>
            <ac:picMk id="2" creationId="{89417457-6BB2-1472-13C5-95EE4574CAFC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07:49.214" v="528" actId="1076"/>
          <ac:picMkLst>
            <pc:docMk/>
            <pc:sldMk cId="4201024952" sldId="331"/>
            <ac:picMk id="3" creationId="{B8CCADEF-BA11-D19E-2B92-D0C1E5ADBFB1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7:23.891" v="516" actId="478"/>
          <ac:picMkLst>
            <pc:docMk/>
            <pc:sldMk cId="4201024952" sldId="331"/>
            <ac:picMk id="4" creationId="{AE29E194-EE9B-8211-050E-3D0C89E34DC7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7:42.652" v="523" actId="478"/>
          <ac:picMkLst>
            <pc:docMk/>
            <pc:sldMk cId="4201024952" sldId="331"/>
            <ac:picMk id="5" creationId="{A78EE094-FBB3-2660-746C-32B06EA6FA9B}"/>
          </ac:picMkLst>
        </pc:pic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15:06.644" v="577" actId="20577"/>
        <pc:sldMkLst>
          <pc:docMk/>
          <pc:sldMk cId="1203601418" sldId="332"/>
        </pc:sldMkLst>
        <pc:spChg chg="mod">
          <ac:chgData name="Каримов Оятилло Жамолидинович" userId="b5b28936-6c2a-480c-9fb8-796f82d8825f" providerId="ADAL" clId="{312C6BEB-C31E-525B-A55B-F59BBF13DD0A}" dt="2026-05-08T19:15:06.644" v="577" actId="20577"/>
          <ac:spMkLst>
            <pc:docMk/>
            <pc:sldMk cId="1203601418" sldId="332"/>
            <ac:spMk id="879" creationId="{9AA52B0C-F4BF-CEB6-7308-4F5C83DA3D8F}"/>
          </ac:spMkLst>
        </pc:spChg>
        <pc:picChg chg="add del mod">
          <ac:chgData name="Каримов Оятилло Жамолидинович" userId="b5b28936-6c2a-480c-9fb8-796f82d8825f" providerId="ADAL" clId="{312C6BEB-C31E-525B-A55B-F59BBF13DD0A}" dt="2026-05-08T19:10:23.443" v="539" actId="478"/>
          <ac:picMkLst>
            <pc:docMk/>
            <pc:sldMk cId="1203601418" sldId="332"/>
            <ac:picMk id="2" creationId="{F8BD0AC7-5F6D-97F1-BFA2-E774CBE0626B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2:16.715" v="543" actId="1076"/>
          <ac:picMkLst>
            <pc:docMk/>
            <pc:sldMk cId="1203601418" sldId="332"/>
            <ac:picMk id="3" creationId="{AA74F9FA-AC25-FC9D-BD86-3A721D7DDBA1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9:21.844" v="531" actId="478"/>
          <ac:picMkLst>
            <pc:docMk/>
            <pc:sldMk cId="1203601418" sldId="332"/>
            <ac:picMk id="4" creationId="{4FFA3CD7-39C9-BBD3-AF4A-602573E24E1E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09:22.730" v="532" actId="478"/>
          <ac:picMkLst>
            <pc:docMk/>
            <pc:sldMk cId="1203601418" sldId="332"/>
            <ac:picMk id="5" creationId="{19750DC0-5A83-1CA4-9AC7-9BE01DBF6FB1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2:28.132" v="545" actId="14100"/>
          <ac:picMkLst>
            <pc:docMk/>
            <pc:sldMk cId="1203601418" sldId="332"/>
            <ac:picMk id="6" creationId="{B640CF04-2B45-AFC8-26EB-29DDDC34D37D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2:51.227" v="548" actId="1076"/>
          <ac:picMkLst>
            <pc:docMk/>
            <pc:sldMk cId="1203601418" sldId="332"/>
            <ac:picMk id="7" creationId="{FA73D997-B23B-50CE-4486-0A53E70F0D78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3:14.428" v="552" actId="1076"/>
          <ac:picMkLst>
            <pc:docMk/>
            <pc:sldMk cId="1203601418" sldId="332"/>
            <ac:picMk id="8" creationId="{87B88EBC-94C8-94BF-1B7E-4F0E299EACC0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3:19.612" v="553"/>
          <ac:picMkLst>
            <pc:docMk/>
            <pc:sldMk cId="1203601418" sldId="332"/>
            <ac:picMk id="9" creationId="{FA48D0E7-7409-B4C7-40E7-3E3BFA3A2CED}"/>
          </ac:picMkLst>
        </pc:pic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15:09.537" v="579" actId="20577"/>
        <pc:sldMkLst>
          <pc:docMk/>
          <pc:sldMk cId="3197699804" sldId="333"/>
        </pc:sldMkLst>
        <pc:spChg chg="mod">
          <ac:chgData name="Каримов Оятилло Жамолидинович" userId="b5b28936-6c2a-480c-9fb8-796f82d8825f" providerId="ADAL" clId="{312C6BEB-C31E-525B-A55B-F59BBF13DD0A}" dt="2026-05-08T19:15:09.537" v="579" actId="20577"/>
          <ac:spMkLst>
            <pc:docMk/>
            <pc:sldMk cId="3197699804" sldId="333"/>
            <ac:spMk id="879" creationId="{D750C97E-3BD3-D0DC-E52C-E5A4871E5E50}"/>
          </ac:spMkLst>
        </pc:spChg>
        <pc:picChg chg="add mod">
          <ac:chgData name="Каримов Оятилло Жамолидинович" userId="b5b28936-6c2a-480c-9fb8-796f82d8825f" providerId="ADAL" clId="{312C6BEB-C31E-525B-A55B-F59BBF13DD0A}" dt="2026-05-08T19:14:09.695" v="564" actId="14100"/>
          <ac:picMkLst>
            <pc:docMk/>
            <pc:sldMk cId="3197699804" sldId="333"/>
            <ac:picMk id="2" creationId="{639F3D60-676F-B374-D4F7-AA39020AA081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3:33.794" v="557" actId="478"/>
          <ac:picMkLst>
            <pc:docMk/>
            <pc:sldMk cId="3197699804" sldId="333"/>
            <ac:picMk id="3" creationId="{4B497964-2F8E-6B72-800E-BBC4BB2A3F2B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4:54.410" v="575" actId="1076"/>
          <ac:picMkLst>
            <pc:docMk/>
            <pc:sldMk cId="3197699804" sldId="333"/>
            <ac:picMk id="4" creationId="{B009E302-B4E1-AC51-E575-A2CAFEAE439C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4:52.247" v="574" actId="1076"/>
          <ac:picMkLst>
            <pc:docMk/>
            <pc:sldMk cId="3197699804" sldId="333"/>
            <ac:picMk id="5" creationId="{9847847F-E3C4-4B77-041F-AA44CCADBABF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3:33.794" v="557" actId="478"/>
          <ac:picMkLst>
            <pc:docMk/>
            <pc:sldMk cId="3197699804" sldId="333"/>
            <ac:picMk id="6" creationId="{614D31DD-9E4E-E8DB-40A2-8EE63085525C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3:33.794" v="557" actId="478"/>
          <ac:picMkLst>
            <pc:docMk/>
            <pc:sldMk cId="3197699804" sldId="333"/>
            <ac:picMk id="8" creationId="{0DC50F51-270A-4AB3-A57D-98DDA2668D64}"/>
          </ac:picMkLst>
        </pc:picChg>
      </pc:sldChg>
      <pc:sldChg chg="addSp delSp modSp add mod">
        <pc:chgData name="Каримов Оятилло Жамолидинович" userId="b5b28936-6c2a-480c-9fb8-796f82d8825f" providerId="ADAL" clId="{312C6BEB-C31E-525B-A55B-F59BBF13DD0A}" dt="2026-05-08T19:15:20.710" v="585" actId="1076"/>
        <pc:sldMkLst>
          <pc:docMk/>
          <pc:sldMk cId="1349396473" sldId="334"/>
        </pc:sldMkLst>
        <pc:spChg chg="mod">
          <ac:chgData name="Каримов Оятилло Жамолидинович" userId="b5b28936-6c2a-480c-9fb8-796f82d8825f" providerId="ADAL" clId="{312C6BEB-C31E-525B-A55B-F59BBF13DD0A}" dt="2026-05-08T19:15:14.856" v="582" actId="20577"/>
          <ac:spMkLst>
            <pc:docMk/>
            <pc:sldMk cId="1349396473" sldId="334"/>
            <ac:spMk id="879" creationId="{30E46FFC-A6F1-A269-8448-93F3DC68C740}"/>
          </ac:spMkLst>
        </pc:spChg>
        <pc:picChg chg="del">
          <ac:chgData name="Каримов Оятилло Жамолидинович" userId="b5b28936-6c2a-480c-9fb8-796f82d8825f" providerId="ADAL" clId="{312C6BEB-C31E-525B-A55B-F59BBF13DD0A}" dt="2026-05-08T19:15:19.370" v="583" actId="478"/>
          <ac:picMkLst>
            <pc:docMk/>
            <pc:sldMk cId="1349396473" sldId="334"/>
            <ac:picMk id="2" creationId="{BA1CC9AC-E9BB-FC5A-2532-314204906BB7}"/>
          </ac:picMkLst>
        </pc:picChg>
        <pc:picChg chg="add mod">
          <ac:chgData name="Каримов Оятилло Жамолидинович" userId="b5b28936-6c2a-480c-9fb8-796f82d8825f" providerId="ADAL" clId="{312C6BEB-C31E-525B-A55B-F59BBF13DD0A}" dt="2026-05-08T19:15:20.710" v="585" actId="1076"/>
          <ac:picMkLst>
            <pc:docMk/>
            <pc:sldMk cId="1349396473" sldId="334"/>
            <ac:picMk id="3" creationId="{00EE0427-CAAF-2A28-32E2-91BBB8CB2272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5:19.370" v="583" actId="478"/>
          <ac:picMkLst>
            <pc:docMk/>
            <pc:sldMk cId="1349396473" sldId="334"/>
            <ac:picMk id="4" creationId="{CB924B36-E70B-C00A-53C2-642045B18B28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5:19.370" v="583" actId="478"/>
          <ac:picMkLst>
            <pc:docMk/>
            <pc:sldMk cId="1349396473" sldId="334"/>
            <ac:picMk id="5" creationId="{7FFA2CA3-5FA5-8EA1-7638-058C6A72FAF6}"/>
          </ac:picMkLst>
        </pc:picChg>
      </pc:sldChg>
      <pc:sldChg chg="modSp add mod">
        <pc:chgData name="Каримов Оятилло Жамолидинович" userId="b5b28936-6c2a-480c-9fb8-796f82d8825f" providerId="ADAL" clId="{312C6BEB-C31E-525B-A55B-F59BBF13DD0A}" dt="2026-05-08T19:19:44.438" v="662" actId="20577"/>
        <pc:sldMkLst>
          <pc:docMk/>
          <pc:sldMk cId="751551325" sldId="335"/>
        </pc:sldMkLst>
        <pc:spChg chg="mod">
          <ac:chgData name="Каримов Оятилло Жамолидинович" userId="b5b28936-6c2a-480c-9fb8-796f82d8825f" providerId="ADAL" clId="{312C6BEB-C31E-525B-A55B-F59BBF13DD0A}" dt="2026-05-08T19:19:44.438" v="662" actId="20577"/>
          <ac:spMkLst>
            <pc:docMk/>
            <pc:sldMk cId="751551325" sldId="335"/>
            <ac:spMk id="867" creationId="{00000000-0000-0000-0000-000000000000}"/>
          </ac:spMkLst>
        </pc:spChg>
      </pc:sldChg>
      <pc:sldChg chg="addSp delSp modSp add mod ord">
        <pc:chgData name="Каримов Оятилло Жамолидинович" userId="b5b28936-6c2a-480c-9fb8-796f82d8825f" providerId="ADAL" clId="{312C6BEB-C31E-525B-A55B-F59BBF13DD0A}" dt="2026-05-08T19:19:33.961" v="658" actId="20578"/>
        <pc:sldMkLst>
          <pc:docMk/>
          <pc:sldMk cId="3349577732" sldId="336"/>
        </pc:sldMkLst>
        <pc:spChg chg="del mod">
          <ac:chgData name="Каримов Оятилло Жамолидинович" userId="b5b28936-6c2a-480c-9fb8-796f82d8825f" providerId="ADAL" clId="{312C6BEB-C31E-525B-A55B-F59BBF13DD0A}" dt="2026-05-08T19:15:53.214" v="593" actId="478"/>
          <ac:spMkLst>
            <pc:docMk/>
            <pc:sldMk cId="3349577732" sldId="336"/>
            <ac:spMk id="4" creationId="{E7479EF5-409D-FD84-82DA-1819BCB2913D}"/>
          </ac:spMkLst>
        </pc:spChg>
        <pc:picChg chg="add del">
          <ac:chgData name="Каримов Оятилло Жамолидинович" userId="b5b28936-6c2a-480c-9fb8-796f82d8825f" providerId="ADAL" clId="{312C6BEB-C31E-525B-A55B-F59BBF13DD0A}" dt="2026-05-08T19:15:48.010" v="590" actId="478"/>
          <ac:picMkLst>
            <pc:docMk/>
            <pc:sldMk cId="3349577732" sldId="336"/>
            <ac:picMk id="2" creationId="{0D64770A-5BFB-997E-91A7-306C5B8DAD4D}"/>
          </ac:picMkLst>
        </pc:picChg>
        <pc:picChg chg="add mod modCrop">
          <ac:chgData name="Каримов Оятилло Жамолидинович" userId="b5b28936-6c2a-480c-9fb8-796f82d8825f" providerId="ADAL" clId="{312C6BEB-C31E-525B-A55B-F59BBF13DD0A}" dt="2026-05-08T19:16:54.092" v="602" actId="1076"/>
          <ac:picMkLst>
            <pc:docMk/>
            <pc:sldMk cId="3349577732" sldId="336"/>
            <ac:picMk id="3" creationId="{D3025878-7563-97D6-EDCB-C36C9F8489AB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5:50.771" v="591" actId="478"/>
          <ac:picMkLst>
            <pc:docMk/>
            <pc:sldMk cId="3349577732" sldId="336"/>
            <ac:picMk id="5" creationId="{7CA677CB-223E-6E01-AACA-0A374161E260}"/>
          </ac:picMkLst>
        </pc:picChg>
        <pc:picChg chg="add del">
          <ac:chgData name="Каримов Оятилло Жамолидинович" userId="b5b28936-6c2a-480c-9fb8-796f82d8825f" providerId="ADAL" clId="{312C6BEB-C31E-525B-A55B-F59BBF13DD0A}" dt="2026-05-08T19:15:48.010" v="590" actId="478"/>
          <ac:picMkLst>
            <pc:docMk/>
            <pc:sldMk cId="3349577732" sldId="336"/>
            <ac:picMk id="6" creationId="{7E5BE370-61CB-BD9E-0B3F-DFDB87BF6633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5:50.771" v="591" actId="478"/>
          <ac:picMkLst>
            <pc:docMk/>
            <pc:sldMk cId="3349577732" sldId="336"/>
            <ac:picMk id="11" creationId="{70C3332C-ED0C-B11D-CA25-C0BA42E9156A}"/>
          </ac:picMkLst>
        </pc:picChg>
      </pc:sldChg>
      <pc:sldChg chg="addSp delSp modSp add mod ord">
        <pc:chgData name="Каримов Оятилло Жамолидинович" userId="b5b28936-6c2a-480c-9fb8-796f82d8825f" providerId="ADAL" clId="{312C6BEB-C31E-525B-A55B-F59BBF13DD0A}" dt="2026-05-08T19:19:33.961" v="658" actId="20578"/>
        <pc:sldMkLst>
          <pc:docMk/>
          <pc:sldMk cId="3117199059" sldId="337"/>
        </pc:sldMkLst>
        <pc:spChg chg="add mod">
          <ac:chgData name="Каримов Оятилло Жамолидинович" userId="b5b28936-6c2a-480c-9fb8-796f82d8825f" providerId="ADAL" clId="{312C6BEB-C31E-525B-A55B-F59BBF13DD0A}" dt="2026-05-08T19:18:54.620" v="655" actId="255"/>
          <ac:spMkLst>
            <pc:docMk/>
            <pc:sldMk cId="3117199059" sldId="337"/>
            <ac:spMk id="5" creationId="{37AA770D-36FD-EFEF-C8FA-C459C695FE80}"/>
          </ac:spMkLst>
        </pc:spChg>
        <pc:picChg chg="add mod">
          <ac:chgData name="Каримов Оятилло Жамолидинович" userId="b5b28936-6c2a-480c-9fb8-796f82d8825f" providerId="ADAL" clId="{312C6BEB-C31E-525B-A55B-F59BBF13DD0A}" dt="2026-05-08T19:17:50.975" v="610" actId="1076"/>
          <ac:picMkLst>
            <pc:docMk/>
            <pc:sldMk cId="3117199059" sldId="337"/>
            <ac:picMk id="2" creationId="{ADABE2C5-899D-A593-B8F7-CF89644C73A9}"/>
          </ac:picMkLst>
        </pc:picChg>
        <pc:picChg chg="add mod modCrop">
          <ac:chgData name="Каримов Оятилло Жамолидинович" userId="b5b28936-6c2a-480c-9fb8-796f82d8825f" providerId="ADAL" clId="{312C6BEB-C31E-525B-A55B-F59BBF13DD0A}" dt="2026-05-08T19:18:21.510" v="618" actId="1076"/>
          <ac:picMkLst>
            <pc:docMk/>
            <pc:sldMk cId="3117199059" sldId="337"/>
            <ac:picMk id="3" creationId="{600AA963-7D08-7295-C995-6FF5331686FC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8:00.126" v="611" actId="478"/>
          <ac:picMkLst>
            <pc:docMk/>
            <pc:sldMk cId="3117199059" sldId="337"/>
            <ac:picMk id="4" creationId="{56DED874-8C20-44E2-83C2-838CEA0E5993}"/>
          </ac:picMkLst>
        </pc:picChg>
        <pc:picChg chg="del">
          <ac:chgData name="Каримов Оятилло Жамолидинович" userId="b5b28936-6c2a-480c-9fb8-796f82d8825f" providerId="ADAL" clId="{312C6BEB-C31E-525B-A55B-F59BBF13DD0A}" dt="2026-05-08T19:17:45.696" v="606" actId="478"/>
          <ac:picMkLst>
            <pc:docMk/>
            <pc:sldMk cId="3117199059" sldId="337"/>
            <ac:picMk id="8" creationId="{69EC7202-D350-4307-84CB-7897C9254D8F}"/>
          </ac:picMkLst>
        </pc:picChg>
      </pc:sldChg>
      <pc:sldChg chg="add del">
        <pc:chgData name="Каримов Оятилло Жамолидинович" userId="b5b28936-6c2a-480c-9fb8-796f82d8825f" providerId="ADAL" clId="{312C6BEB-C31E-525B-A55B-F59BBF13DD0A}" dt="2026-05-08T19:17:32.795" v="604" actId="2696"/>
        <pc:sldMkLst>
          <pc:docMk/>
          <pc:sldMk cId="3655129390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79f2944d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379f2944d0_0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379f2944d0_0_1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79f2944d0_0_2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379f2944d0_0_23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173" name="Google Shape;173;g3379f2944d0_0_23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79f2944d0_0_2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379f2944d0_0_2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379f2944d0_0_22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79f2944d0_0_2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379f2944d0_0_25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66" name="Google Shape;266;g3379f2944d0_0_25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79f2944d0_0_2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379f2944d0_0_2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79f2944d0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3379f2944d0_0_13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g3379f2944d0_0_13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379f2944d0_0_1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g3379f2944d0_0_15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g3379f2944d0_0_15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379f2944d0_0_1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g3379f2944d0_0_18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02" name="Google Shape;502;g3379f2944d0_0_18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5460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379f2944d0_0_2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3379f2944d0_0_2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4" name="Google Shape;724;g3379f2944d0_0_2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3cb0a8691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g33cb0a86910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31" name="Google Shape;731;g33cb0a86910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3cb0a8691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g33cb0a86910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31" name="Google Shape;731;g33cb0a86910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2802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3cb0a86910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g33cb0a86910_0_5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08" name="Google Shape;808;g33cb0a86910_0_5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3cb0a86910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3" name="Google Shape;833;g33cb0a86910_0_6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34" name="Google Shape;834;g33cb0a86910_0_6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3D2B40-2906-451A-83BB-CE3740714C8E}" type="slidenum">
              <a: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FA119E-C1A3-4162-8C28-64F42F46464D}" type="slidenum">
              <a: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6483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3cb0a86910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2" name="Google Shape;862;g33cb0a86910_0_7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63" name="Google Shape;863;g33cb0a86910_0_7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661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48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4446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2003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3cb0a86910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2" name="Google Shape;862;g33cb0a86910_0_7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63" name="Google Shape;863;g33cb0a86910_0_7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5623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74008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B3285F20-F976-9F06-2DEA-B4C8CEB5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85769891-1048-454C-15FC-F514B7D37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53994B11-7B6E-4259-B29A-C1E22D555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EF12A1E8-7C31-652F-B60A-01E7D35D2F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454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85CB5DE7-BFC6-A8AF-BA4F-38FF301E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01A76318-BC7E-5535-F4D4-B570341D4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D16DB980-968F-8573-13EA-51E7918F4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E77CAA55-0C1D-3D10-D441-FD26259BC8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6256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28EC9051-108B-EC69-75B0-15594267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5A3F2481-43FF-A0A9-698C-BFEFBE891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71E74647-EEBF-24E6-C9BD-3324F561E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A2C66D8B-95EE-561C-0B1C-458FFD3F62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71159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FAB93CFA-A797-7BC1-F94F-C6E5C8046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40C8B20B-9305-936E-D768-9C9D927BC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554A0FD3-493D-98BA-931A-DB401AEB1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59AF764E-50E5-E8D4-FA79-83725C56FA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0325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3cb0a86910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2" name="Google Shape;862;g33cb0a86910_0_7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63" name="Google Shape;863;g33cb0a86910_0_7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0908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9062A0A5-136F-0E6C-5958-29752987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CC28B434-4582-EFF5-2821-9628E5C98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821EFE56-A142-BD77-E79C-4DB9E2987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6479A10F-0520-050E-4C80-F43A3DD1F3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086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F19BAD5E-01AD-955C-51B1-B586A223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54D2104B-D16A-32F3-F9C3-370CA8ABD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5526B56A-65BC-FF32-B022-A39DCB1A7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2C7365C7-4E38-C525-90BE-BFCB36AE43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76272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E412C4B4-3246-E458-000C-672C3319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80130483-5B3A-417D-5120-4FDA98D10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A68372DF-FE07-D059-9ADA-3AA0AFB8C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8BA9A97A-CCA6-B6F9-9DA7-89E6CD44CD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4739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9A263514-635A-054B-9449-ABB768D0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>
            <a:extLst>
              <a:ext uri="{FF2B5EF4-FFF2-40B4-BE49-F238E27FC236}">
                <a16:creationId xmlns:a16="http://schemas.microsoft.com/office/drawing/2014/main" id="{8A3805FE-E08E-5421-F04D-93F807B26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>
            <a:extLst>
              <a:ext uri="{FF2B5EF4-FFF2-40B4-BE49-F238E27FC236}">
                <a16:creationId xmlns:a16="http://schemas.microsoft.com/office/drawing/2014/main" id="{EA548FDA-1B5F-6071-9665-CE884CACD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76" name="Google Shape;876;g33cb0a86910_0_832:notes">
            <a:extLst>
              <a:ext uri="{FF2B5EF4-FFF2-40B4-BE49-F238E27FC236}">
                <a16:creationId xmlns:a16="http://schemas.microsoft.com/office/drawing/2014/main" id="{8D8031A9-5E60-A021-C4B4-219380CF95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709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3cb0a86910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5" name="Google Shape;875;g33cb0a86910_0_8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876" name="Google Shape;876;g33cb0a86910_0_8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ru"/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62099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379f2944d0_0_2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3379f2944d0_0_2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4" name="Google Shape;724;g3379f2944d0_0_2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515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userDrawn="1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28650" y="255797"/>
            <a:ext cx="7886700" cy="9942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8091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LE">
    <p:bg>
      <p:bgPr>
        <a:solidFill>
          <a:srgbClr val="642D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92500" lnSpcReduction="19999"/>
          </a:bodyPr>
          <a:lstStyle/>
          <a:p>
            <a:pPr indent="0">
              <a:buNone/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198178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DC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5579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86" r:id="rId2"/>
    <p:sldLayoutId id="214748368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>
            <a:off x="0" y="301568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1964723" y="1322173"/>
            <a:ext cx="5205295" cy="1831108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ctr">
              <a:buSzPts val="3600"/>
            </a:pPr>
            <a:r>
              <a:rPr lang="ru-RU" sz="3000" dirty="0"/>
              <a:t>Расписание на лету</a:t>
            </a:r>
          </a:p>
        </p:txBody>
      </p:sp>
      <p:sp>
        <p:nvSpPr>
          <p:cNvPr id="5" name="Google Shape;141;p27"/>
          <p:cNvSpPr/>
          <p:nvPr/>
        </p:nvSpPr>
        <p:spPr>
          <a:xfrm>
            <a:off x="5244352" y="3514419"/>
            <a:ext cx="3848847" cy="157403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1300" dirty="0"/>
              <a:t>Выполнили студенты группы УВВ-111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1300" dirty="0"/>
              <a:t>Каримов Оятилло Жамолидинович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1300" dirty="0"/>
              <a:t>Сабинин Никита Игоревич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1300" dirty="0"/>
              <a:t>Нечаева Юлия Александровна</a:t>
            </a:r>
            <a:endParaRPr lang="ru-RU" sz="1300" dirty="0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1300" dirty="0"/>
              <a:t>Работу принял(а) ассистент Желенкова Маргарита Борисовна</a:t>
            </a:r>
            <a:endParaRPr lang="ru-RU"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1948519" y="178948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>
                <a:solidFill>
                  <a:schemeClr val="dk1"/>
                </a:solidFill>
              </a:rPr>
              <a:t>Планирование</a:t>
            </a:r>
            <a:endParaRPr sz="6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ПЛАН 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319499" y="237037"/>
            <a:ext cx="9413319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ПЛАН РАБОТ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33"/>
          <p:cNvGraphicFramePr/>
          <p:nvPr>
            <p:extLst>
              <p:ext uri="{D42A27DB-BD31-4B8C-83A1-F6EECF244321}">
                <p14:modId xmlns:p14="http://schemas.microsoft.com/office/powerpoint/2010/main" val="2313961551"/>
              </p:ext>
            </p:extLst>
          </p:nvPr>
        </p:nvGraphicFramePr>
        <p:xfrm>
          <a:off x="515325" y="1138066"/>
          <a:ext cx="8113350" cy="3402013"/>
        </p:xfrm>
        <a:graphic>
          <a:graphicData uri="http://schemas.openxmlformats.org/drawingml/2006/table">
            <a:tbl>
              <a:tblPr firstRow="1" bandRow="1">
                <a:noFill/>
                <a:tableStyleId>{CD483395-4631-4F53-BD70-41E7517D57F4}</a:tableStyleId>
              </a:tblPr>
              <a:tblGrid>
                <a:gridCol w="4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8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13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100" u="none" strike="noStrike" cap="none" dirty="0"/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Сроки</a:t>
                      </a:r>
                      <a:endParaRPr sz="1100" u="none" strike="noStrike" cap="none" dirty="0"/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Действие</a:t>
                      </a:r>
                      <a:endParaRPr sz="1100" u="none" strike="noStrike" cap="none" dirty="0"/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Ответственный</a:t>
                      </a:r>
                      <a:endParaRPr sz="1400" b="1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2D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0823"/>
                        </a:buClr>
                        <a:buSzPts val="1100"/>
                        <a:buFont typeface="Arial"/>
                        <a:buNone/>
                      </a:pPr>
                      <a:endParaRPr lang="en-US" sz="1100" u="none" strike="noStrike" cap="none" noProof="1">
                        <a:latin typeface="+mn-lt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u="none" strike="noStrike" cap="none" noProof="1">
                        <a:latin typeface="+mn-lt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50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-US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 noProof="1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8093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1948519" y="178948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dirty="0">
                <a:solidFill>
                  <a:schemeClr val="dk1"/>
                </a:solidFill>
              </a:rPr>
              <a:t>Вводные данные</a:t>
            </a:r>
            <a:endParaRPr sz="6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0"/>
          <p:cNvSpPr txBox="1">
            <a:spLocks noGrp="1"/>
          </p:cNvSpPr>
          <p:nvPr>
            <p:ph type="subTitle" idx="4294967295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40"/>
          <p:cNvSpPr/>
          <p:nvPr/>
        </p:nvSpPr>
        <p:spPr>
          <a:xfrm>
            <a:off x="319500" y="192475"/>
            <a:ext cx="8505000" cy="4803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0"/>
          <p:cNvSpPr/>
          <p:nvPr/>
        </p:nvSpPr>
        <p:spPr>
          <a:xfrm>
            <a:off x="3190225" y="1568100"/>
            <a:ext cx="5388300" cy="1790700"/>
          </a:xfrm>
          <a:prstGeom prst="roundRect">
            <a:avLst>
              <a:gd name="adj" fmla="val 391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0"/>
          <p:cNvSpPr/>
          <p:nvPr/>
        </p:nvSpPr>
        <p:spPr>
          <a:xfrm>
            <a:off x="854850" y="476875"/>
            <a:ext cx="1846200" cy="1821600"/>
          </a:xfrm>
          <a:prstGeom prst="roundRect">
            <a:avLst>
              <a:gd name="adj" fmla="val 391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0"/>
          <p:cNvSpPr/>
          <p:nvPr/>
        </p:nvSpPr>
        <p:spPr>
          <a:xfrm>
            <a:off x="3190225" y="336250"/>
            <a:ext cx="5388300" cy="1204800"/>
          </a:xfrm>
          <a:prstGeom prst="roundRect">
            <a:avLst>
              <a:gd name="adj" fmla="val 391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0"/>
          <p:cNvSpPr txBox="1"/>
          <p:nvPr/>
        </p:nvSpPr>
        <p:spPr>
          <a:xfrm>
            <a:off x="962325" y="1832625"/>
            <a:ext cx="1738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Компания</a:t>
            </a:r>
            <a:r>
              <a:rPr lang="ru" sz="1100">
                <a:solidFill>
                  <a:schemeClr val="dk1"/>
                </a:solidFill>
              </a:rPr>
              <a:t>: ОАО “РЖД”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568138" y="2512713"/>
            <a:ext cx="250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2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Наш заказчик: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0"/>
          <p:cNvSpPr txBox="1"/>
          <p:nvPr/>
        </p:nvSpPr>
        <p:spPr>
          <a:xfrm>
            <a:off x="515838" y="2878411"/>
            <a:ext cx="2524200" cy="64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lvl="0">
              <a:buSzPts val="1100"/>
            </a:pPr>
            <a:r>
              <a:rPr lang="ru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Должность: </a:t>
            </a:r>
            <a:r>
              <a:rPr lang="ru-RU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платформенный менеджер городской беспилотной ветки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0"/>
          <p:cNvSpPr txBox="1"/>
          <p:nvPr/>
        </p:nvSpPr>
        <p:spPr>
          <a:xfrm>
            <a:off x="3246325" y="1989521"/>
            <a:ext cx="5276100" cy="84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algn="ctr">
              <a:buSzPts val="2100"/>
            </a:pPr>
            <a:r>
              <a:rPr lang="ru-RU" sz="2300" dirty="0">
                <a:solidFill>
                  <a:schemeClr val="dk1"/>
                </a:solidFill>
              </a:rPr>
              <a:t>Барьер проекта: задержки в сборе и анализе данных</a:t>
            </a:r>
          </a:p>
        </p:txBody>
      </p:sp>
      <p:sp>
        <p:nvSpPr>
          <p:cNvPr id="284" name="Google Shape;284;p40"/>
          <p:cNvSpPr/>
          <p:nvPr/>
        </p:nvSpPr>
        <p:spPr>
          <a:xfrm>
            <a:off x="3190225" y="3431201"/>
            <a:ext cx="5388300" cy="1474500"/>
          </a:xfrm>
          <a:prstGeom prst="roundRect">
            <a:avLst>
              <a:gd name="adj" fmla="val 391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 txBox="1"/>
          <p:nvPr/>
        </p:nvSpPr>
        <p:spPr>
          <a:xfrm>
            <a:off x="3415375" y="3614350"/>
            <a:ext cx="4938000" cy="13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algn="ctr">
              <a:buSzPts val="2100"/>
            </a:pPr>
            <a:r>
              <a:rPr lang="ru-RU" sz="2000" dirty="0">
                <a:solidFill>
                  <a:schemeClr val="dk1"/>
                </a:solidFill>
              </a:rPr>
              <a:t>Существующие </a:t>
            </a:r>
            <a:r>
              <a:rPr lang="ru-RU" sz="2000">
                <a:solidFill>
                  <a:schemeClr val="dk1"/>
                </a:solidFill>
              </a:rPr>
              <a:t>решения:</a:t>
            </a:r>
            <a:r>
              <a:rPr lang="ru-RU" sz="2000" b="1"/>
              <a:t> </a:t>
            </a:r>
            <a:r>
              <a:rPr lang="ru-RU" sz="2000" dirty="0">
                <a:solidFill>
                  <a:schemeClr val="dk1"/>
                </a:solidFill>
              </a:rPr>
              <a:t>текущие АСУ не способны гибко реагировать, нейросети плохо объяснимы и неустойчивы</a:t>
            </a:r>
          </a:p>
        </p:txBody>
      </p:sp>
      <p:sp>
        <p:nvSpPr>
          <p:cNvPr id="286" name="Google Shape;286;p40"/>
          <p:cNvSpPr txBox="1"/>
          <p:nvPr/>
        </p:nvSpPr>
        <p:spPr>
          <a:xfrm>
            <a:off x="3499225" y="384544"/>
            <a:ext cx="4938000" cy="1107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lvl="0" algn="ctr">
              <a:buSzPts val="2100"/>
            </a:pPr>
            <a:r>
              <a:rPr lang="ru" sz="2100" dirty="0">
                <a:solidFill>
                  <a:schemeClr val="dk1"/>
                </a:solidFill>
              </a:rPr>
              <a:t>Цель проекта: адаптировать расписание в зависимости от пассажирпотока в реальном времени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926" y="707801"/>
            <a:ext cx="1626025" cy="10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/>
          <p:nvPr/>
        </p:nvSpPr>
        <p:spPr>
          <a:xfrm>
            <a:off x="788225" y="3622500"/>
            <a:ext cx="1846200" cy="1241700"/>
          </a:xfrm>
          <a:prstGeom prst="roundRect">
            <a:avLst>
              <a:gd name="adj" fmla="val 391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ru" sz="2100" dirty="0">
                <a:solidFill>
                  <a:schemeClr val="dk1"/>
                </a:solidFill>
              </a:rPr>
              <a:t>УВВ</a:t>
            </a:r>
            <a:endParaRPr sz="14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8736709" y="-938948"/>
            <a:ext cx="3823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 b="1" i="0" u="none" strike="noStrike" cap="none">
                <a:solidFill>
                  <a:srgbClr val="060823"/>
                </a:solidFill>
                <a:latin typeface="Arial"/>
                <a:ea typeface="Arial"/>
                <a:cs typeface="Arial"/>
                <a:sym typeface="Arial"/>
              </a:rPr>
              <a:t>Перенесите выбранный кейс и удалите лишние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2"/>
          <p:cNvSpPr/>
          <p:nvPr/>
        </p:nvSpPr>
        <p:spPr>
          <a:xfrm>
            <a:off x="1948519" y="178948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Проблемное Интервью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438;p53"/>
          <p:cNvGraphicFramePr/>
          <p:nvPr>
            <p:extLst>
              <p:ext uri="{D42A27DB-BD31-4B8C-83A1-F6EECF244321}">
                <p14:modId xmlns:p14="http://schemas.microsoft.com/office/powerpoint/2010/main" val="2007703320"/>
              </p:ext>
            </p:extLst>
          </p:nvPr>
        </p:nvGraphicFramePr>
        <p:xfrm>
          <a:off x="100015" y="69449"/>
          <a:ext cx="6618838" cy="51067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9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97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Кому задан вопрос</a:t>
                      </a:r>
                      <a:endParaRPr sz="800" u="none" strike="noStrike" cap="none" dirty="0"/>
                    </a:p>
                  </a:txBody>
                  <a:tcPr marL="51450" marR="51450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Вопрос</a:t>
                      </a:r>
                      <a:endParaRPr sz="800" u="none" strike="noStrike" cap="none" dirty="0"/>
                    </a:p>
                  </a:txBody>
                  <a:tcPr marL="51450" marR="51450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Ответ</a:t>
                      </a:r>
                      <a:endParaRPr sz="800" u="none" strike="noStrike" cap="none" dirty="0"/>
                    </a:p>
                  </a:txBody>
                  <a:tcPr marL="51450" marR="51450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70">
                <a:tc rowSpan="6"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Платформенный менеджер городской беспилотной ветки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руководите отделом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Сколько у вас сотрудников в подчинении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Я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заместитель… У меня в подчинении около 150-170 сотрудников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878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происходит сбор и анализ данных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Какие этапы занимают больше всего времени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нам приходят данные с турникетов, с приложений РЖД, связанные с покупкой билетов, для оценки пассажиропотока в определённые часы. После того как все эти данные к нам приходят, мы их сортируем по источникам ( то есть у нас есть источник турникет, одно приложение другое). И ещё у нас это всё подразделено  на типы транспорта (есть поезда дальнего следования, пригородные поезда, экспрессы) + кол-во человек, кол-во времени, кол-во часов у нас это идёт по другой оси в таблице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1154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Задержки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связаны с тем, что очень много разных подразделений, классов, по которым это всё сортируется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сказала бы.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Задержки скорее по причине того, что данных слишком много и мы не понимаем, какие из этих данных, действительно, важны в определённый период времени, потому что у нас в большинстве станций производятся ремонтные работы. Поезда отменяются, расписание меняется и весь порядок пассажиропотока у нас не проходит под константой, он постоянно изменяется. И из-за этого мы не можем просчитать, в какие моменты нам выпускать беспилотные поезда, которые не занимаются пассажиропотоком. И они у нас ездят между поездами, которые перевозят пассажиров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0603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Какие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сейчас существуют решения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Почему они неэффективны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нас есть АСУ с данными пассажиропотока, но, к сожалению, они недостаточно эффективные, поскольку они перегружены. Они у нас находятся в корреляции с данными с других отделов ( то есть у нас одна и та же система обрабатывает сразу несколько разных данных. Из-за этого происходит большая нагрузка и, собственно, скорость обработки падает и нас это не устраивает) 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319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Вам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нужно улучшить данную систему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или же создать новое решение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Мы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бы хотели видеть новое своё решение, чисто для нашего подразделения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209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Сотрудники способны адаптироваться под новое решение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Переобучить персонал возможно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baseline="0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Да,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вполне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Google Shape;427;p53"/>
          <p:cNvSpPr txBox="1"/>
          <p:nvPr/>
        </p:nvSpPr>
        <p:spPr>
          <a:xfrm>
            <a:off x="6824842" y="296242"/>
            <a:ext cx="1933874" cy="375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51431" tIns="25706" rIns="51431" bIns="25706" anchor="t" anchorCtr="0">
            <a:spAutoFit/>
          </a:bodyPr>
          <a:lstStyle/>
          <a:p>
            <a:pPr algn="ctr">
              <a:buSzPts val="1800"/>
            </a:pPr>
            <a:r>
              <a:rPr lang="ru" sz="1050" b="1" dirty="0">
                <a:solidFill>
                  <a:schemeClr val="dk1"/>
                </a:solidFill>
              </a:rPr>
              <a:t>САМЫЕ </a:t>
            </a:r>
            <a:r>
              <a:rPr lang="ru" sz="1050" b="1" dirty="0">
                <a:solidFill>
                  <a:srgbClr val="642DC0"/>
                </a:solidFill>
              </a:rPr>
              <a:t>ВАЖНЫЕ ФИКСАЦИИ:</a:t>
            </a:r>
            <a:endParaRPr sz="825" dirty="0"/>
          </a:p>
        </p:txBody>
      </p:sp>
      <p:sp>
        <p:nvSpPr>
          <p:cNvPr id="6" name="Google Shape;428;p53"/>
          <p:cNvSpPr txBox="1"/>
          <p:nvPr/>
        </p:nvSpPr>
        <p:spPr>
          <a:xfrm>
            <a:off x="6824843" y="763655"/>
            <a:ext cx="1933875" cy="4114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51431" tIns="25706" rIns="51431" bIns="25706" anchor="t" anchorCtr="0">
            <a:spAutoFit/>
          </a:bodyPr>
          <a:lstStyle/>
          <a:p>
            <a:pPr marL="171446" indent="-171446">
              <a:buSzPts val="1200"/>
              <a:buFont typeface="Arial"/>
              <a:buAutoNum type="arabicPeriod"/>
            </a:pPr>
            <a:r>
              <a:rPr lang="ru-RU" sz="825" dirty="0"/>
              <a:t>Отдел сотрудников состоит из 150-170 человек</a:t>
            </a:r>
          </a:p>
          <a:p>
            <a:pPr marL="171446" indent="-171446">
              <a:buSzPts val="1200"/>
              <a:buFont typeface="Arial"/>
              <a:buAutoNum type="arabicPeriod"/>
            </a:pPr>
            <a:r>
              <a:rPr lang="ru-RU" sz="825" dirty="0"/>
              <a:t>Данные приходят с турникетов и приложений</a:t>
            </a:r>
          </a:p>
          <a:p>
            <a:pPr marL="171446" indent="-171446">
              <a:buSzPts val="1200"/>
              <a:buFont typeface="Arial"/>
              <a:buAutoNum type="arabicPeriod"/>
            </a:pPr>
            <a:r>
              <a:rPr lang="ru-RU" sz="825" dirty="0"/>
              <a:t>Потом идёт сортировка</a:t>
            </a:r>
            <a:r>
              <a:rPr lang="en-US" sz="825" dirty="0"/>
              <a:t>:</a:t>
            </a:r>
          </a:p>
          <a:p>
            <a:pPr>
              <a:buSzPts val="1200"/>
            </a:pPr>
            <a:r>
              <a:rPr lang="ru-RU" sz="825" dirty="0"/>
              <a:t> по источникам</a:t>
            </a:r>
            <a:r>
              <a:rPr lang="en-US" sz="825" dirty="0"/>
              <a:t>, </a:t>
            </a:r>
            <a:r>
              <a:rPr lang="ru-RU" sz="825" dirty="0"/>
              <a:t>по типам транспорта</a:t>
            </a:r>
          </a:p>
          <a:p>
            <a:pPr>
              <a:buSzPts val="1200"/>
            </a:pPr>
            <a:r>
              <a:rPr lang="ru-RU" sz="825" dirty="0"/>
              <a:t>+ отдельно кол-во человек, времени, часов</a:t>
            </a:r>
          </a:p>
          <a:p>
            <a:pPr>
              <a:buSzPts val="1200"/>
            </a:pPr>
            <a:r>
              <a:rPr lang="ru-RU" sz="825" dirty="0"/>
              <a:t>4. Данные сортируются в виде таблицы</a:t>
            </a:r>
          </a:p>
          <a:p>
            <a:pPr>
              <a:buSzPts val="1200"/>
            </a:pPr>
            <a:r>
              <a:rPr lang="ru-RU" sz="825" dirty="0"/>
              <a:t>5. Из-за ремонтных работ происходит путаница с данными (что действительно важно в данный момент времени)</a:t>
            </a:r>
          </a:p>
          <a:p>
            <a:pPr>
              <a:buSzPts val="1200"/>
            </a:pPr>
            <a:r>
              <a:rPr lang="ru-RU" sz="825" dirty="0"/>
              <a:t>6. Из-за постоянного изменения пассажиропотока, непонятно когда выпускать беспилотные поезда</a:t>
            </a:r>
          </a:p>
          <a:p>
            <a:pPr>
              <a:buSzPts val="1200"/>
            </a:pPr>
            <a:r>
              <a:rPr lang="ru-RU" sz="825" dirty="0"/>
              <a:t>7. Беспилотные поезда не занимаются пассажиропотоком</a:t>
            </a:r>
          </a:p>
          <a:p>
            <a:pPr>
              <a:buSzPts val="1200"/>
            </a:pPr>
            <a:r>
              <a:rPr lang="ru-RU" sz="825" dirty="0"/>
              <a:t>8. АСУ перегружены, так как находятся в корреляции с другими отделами </a:t>
            </a:r>
            <a:r>
              <a:rPr lang="en-US" sz="825" dirty="0"/>
              <a:t>–</a:t>
            </a:r>
            <a:r>
              <a:rPr lang="ru-RU" sz="825" dirty="0"/>
              <a:t>»</a:t>
            </a:r>
            <a:r>
              <a:rPr lang="en-US" sz="825" dirty="0"/>
              <a:t> </a:t>
            </a:r>
            <a:r>
              <a:rPr lang="ru-RU" sz="825" dirty="0"/>
              <a:t>скорость обработки падает</a:t>
            </a:r>
          </a:p>
          <a:p>
            <a:pPr>
              <a:buSzPts val="1200"/>
            </a:pPr>
            <a:r>
              <a:rPr lang="ru-RU" sz="825" dirty="0"/>
              <a:t>9. Предпочтительнее новое решение</a:t>
            </a:r>
          </a:p>
          <a:p>
            <a:pPr>
              <a:buSzPts val="1200"/>
            </a:pPr>
            <a:r>
              <a:rPr lang="ru-RU" sz="825" dirty="0"/>
              <a:t>10. Возможно переобучение персонала</a:t>
            </a:r>
          </a:p>
          <a:p>
            <a:pPr>
              <a:buSzPts val="1200"/>
            </a:pPr>
            <a:r>
              <a:rPr lang="ru-RU" sz="825" dirty="0"/>
              <a:t>12. АСУ связаны с пороговым значением, которое устарело в связи с изменением пассажиропотоком</a:t>
            </a:r>
          </a:p>
          <a:p>
            <a:pPr>
              <a:buSzPts val="1200"/>
            </a:pPr>
            <a:r>
              <a:rPr lang="ru-RU" sz="825" dirty="0"/>
              <a:t>13. Желательно, чтобы АСУ меняла сама пороговое значение при помощи регрессионного анализа</a:t>
            </a:r>
            <a:endParaRPr sz="825" dirty="0"/>
          </a:p>
        </p:txBody>
      </p:sp>
    </p:spTree>
    <p:extLst>
      <p:ext uri="{BB962C8B-B14F-4D97-AF65-F5344CB8AC3E}">
        <p14:creationId xmlns:p14="http://schemas.microsoft.com/office/powerpoint/2010/main" val="250652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438;p53"/>
          <p:cNvGraphicFramePr/>
          <p:nvPr>
            <p:extLst>
              <p:ext uri="{D42A27DB-BD31-4B8C-83A1-F6EECF244321}">
                <p14:modId xmlns:p14="http://schemas.microsoft.com/office/powerpoint/2010/main" val="2161938248"/>
              </p:ext>
            </p:extLst>
          </p:nvPr>
        </p:nvGraphicFramePr>
        <p:xfrm>
          <a:off x="100014" y="93301"/>
          <a:ext cx="6507955" cy="471749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6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999"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Кому задан вопрос</a:t>
                      </a:r>
                      <a:endParaRPr sz="800" u="none" strike="noStrike" cap="none" dirty="0"/>
                    </a:p>
                  </a:txBody>
                  <a:tcPr marL="51450" marR="51450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Вопрос</a:t>
                      </a:r>
                      <a:endParaRPr sz="800" u="none" strike="noStrike" cap="none" dirty="0"/>
                    </a:p>
                  </a:txBody>
                  <a:tcPr marL="51450" marR="51450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9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Ответ</a:t>
                      </a:r>
                      <a:endParaRPr sz="800" u="none" strike="noStrike" cap="none" dirty="0"/>
                    </a:p>
                  </a:txBody>
                  <a:tcPr marL="51450" marR="51450" marT="25725" marB="2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3020">
                <a:tc rowSpan="3">
                  <a:txBody>
                    <a:bodyPr/>
                    <a:lstStyle/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 dirty="0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n-US" sz="700" b="0" i="0" u="none" strike="noStrike" cap="none">
                        <a:solidFill>
                          <a:srgbClr val="060823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76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>
                          <a:solidFill>
                            <a:srgbClr val="060823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Платформенный </a:t>
                      </a: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менеджер городской беспилотной ветки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Объясните фразу «АСУ не способны гибко реагировать». Какие функции отсутствуют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baseline="0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нас АСУ  завязаны на одном конкретном значении пороговом, которое изначально у них было занесено по регламенту, и на основе этого они продолжают сравнивать характеристики пассажиропотока, которые наиболее сейчас важны и эффективны и наименее. Но, к сожалению, из-за ремонтных работ, из-за потери связи, у нас пороговые значения должны изменятся (то есть система должна иметь возможно применять различные пороговые значения и уже относительно них выдавать информацию об эффективности и важности данных)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60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АСУ сама должна пороговые значения вносить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baseline="0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Да.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Желательно, чтоб она вычисляла пороговые значения на основе предыдущего опыта, через регрессионный анализ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5768">
                <a:tc vMerge="1"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 влияет пассажиропоток в реальном времени</a:t>
                      </a:r>
                      <a:r>
                        <a:rPr lang="en-US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Пассажиропоток в реальном времени влияет на то, что беспилотный транспорт приходится задерживать в депо.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Поскольку беспилотный транспорт у нас используется для оценки качества </a:t>
                      </a:r>
                      <a:r>
                        <a:rPr lang="ru-RU" sz="700" b="0" i="0" u="none" strike="noStrike" cap="none" baseline="0" dirty="0" err="1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жд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путей, мы можем допустить какие-то аварии, поломки на путях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05768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Какие данные, помимо пассажиропотока, важны для адаптации расписания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baseline="0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Пассажиропоток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важен и также важны данные о кол-ве достаточном вагонов и поездов, находящихся в депо, которые способны перевозить пассажиров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614785"/>
                  </a:ext>
                </a:extLst>
              </a:tr>
              <a:tr h="705768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Есть ли временные рамки</a:t>
                      </a:r>
                      <a:r>
                        <a:rPr lang="en-US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Какой бюджет</a:t>
                      </a:r>
                      <a:r>
                        <a:rPr lang="en-US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Мы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бы хотели бы видеть готовое решение уже через 2,5 месяца. Бюджет в данном случае ограничен планкой в 3 млн, больше, к сожалению, выделить мы не сможем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304028"/>
                  </a:ext>
                </a:extLst>
              </a:tr>
              <a:tr h="705768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Контактные</a:t>
                      </a:r>
                      <a:r>
                        <a:rPr lang="ru-RU" sz="700" b="0" i="0" u="none" strike="noStrike" cap="none" baseline="0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данные.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700" b="0" i="0" u="none" strike="noStrike" cap="none" dirty="0">
                          <a:solidFill>
                            <a:srgbClr val="0608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89162481315</a:t>
                      </a:r>
                      <a:endParaRPr sz="700" b="0" i="0" u="none" strike="noStrike" cap="none" dirty="0">
                        <a:solidFill>
                          <a:srgbClr val="0608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1450" marR="51450" marT="25725" marB="2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87728"/>
                  </a:ext>
                </a:extLst>
              </a:tr>
            </a:tbl>
          </a:graphicData>
        </a:graphic>
      </p:graphicFrame>
      <p:sp>
        <p:nvSpPr>
          <p:cNvPr id="7" name="Google Shape;427;p53"/>
          <p:cNvSpPr txBox="1"/>
          <p:nvPr/>
        </p:nvSpPr>
        <p:spPr>
          <a:xfrm>
            <a:off x="6824842" y="296242"/>
            <a:ext cx="1933874" cy="375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51431" tIns="25706" rIns="51431" bIns="25706" anchor="t" anchorCtr="0">
            <a:spAutoFit/>
          </a:bodyPr>
          <a:lstStyle/>
          <a:p>
            <a:pPr algn="ctr">
              <a:buSzPts val="1800"/>
            </a:pPr>
            <a:r>
              <a:rPr lang="ru" sz="1050" b="1" dirty="0">
                <a:solidFill>
                  <a:schemeClr val="dk1"/>
                </a:solidFill>
              </a:rPr>
              <a:t>САМЫЕ </a:t>
            </a:r>
            <a:r>
              <a:rPr lang="ru" sz="1050" b="1" dirty="0">
                <a:solidFill>
                  <a:srgbClr val="642DC0"/>
                </a:solidFill>
              </a:rPr>
              <a:t>ВАЖНЫЕ ФИКСАЦИИ:</a:t>
            </a:r>
            <a:endParaRPr sz="825" dirty="0"/>
          </a:p>
        </p:txBody>
      </p:sp>
      <p:sp>
        <p:nvSpPr>
          <p:cNvPr id="8" name="Google Shape;428;p53"/>
          <p:cNvSpPr txBox="1"/>
          <p:nvPr/>
        </p:nvSpPr>
        <p:spPr>
          <a:xfrm>
            <a:off x="6824843" y="763655"/>
            <a:ext cx="1933875" cy="686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51431" tIns="25706" rIns="51431" bIns="25706" anchor="t" anchorCtr="0">
            <a:spAutoFit/>
          </a:bodyPr>
          <a:lstStyle/>
          <a:p>
            <a:pPr>
              <a:buSzPts val="1200"/>
            </a:pPr>
            <a:r>
              <a:rPr lang="ru-RU" sz="825" dirty="0"/>
              <a:t>14. </a:t>
            </a:r>
            <a:r>
              <a:rPr lang="ru-RU" sz="825" dirty="0">
                <a:solidFill>
                  <a:srgbClr val="060823"/>
                </a:solidFill>
              </a:rPr>
              <a:t>Пассажиропоток в реальном времени влияет на задержку беспилотного транспорта</a:t>
            </a:r>
          </a:p>
          <a:p>
            <a:pPr>
              <a:buSzPts val="1200"/>
            </a:pPr>
            <a:r>
              <a:rPr lang="ru-RU" sz="825" dirty="0">
                <a:solidFill>
                  <a:srgbClr val="060823"/>
                </a:solidFill>
              </a:rPr>
              <a:t>15. </a:t>
            </a:r>
            <a:r>
              <a:rPr lang="ru-RU" sz="825" dirty="0" err="1">
                <a:solidFill>
                  <a:srgbClr val="060823"/>
                </a:solidFill>
              </a:rPr>
              <a:t>Дедлайн</a:t>
            </a:r>
            <a:r>
              <a:rPr lang="ru-RU" sz="825" dirty="0">
                <a:solidFill>
                  <a:srgbClr val="060823"/>
                </a:solidFill>
              </a:rPr>
              <a:t> - 2.5 месяца</a:t>
            </a:r>
          </a:p>
          <a:p>
            <a:pPr>
              <a:buSzPts val="1200"/>
            </a:pPr>
            <a:r>
              <a:rPr lang="ru-RU" sz="825" dirty="0">
                <a:solidFill>
                  <a:srgbClr val="060823"/>
                </a:solidFill>
              </a:rPr>
              <a:t>16. Бюджет – до 3-х млн</a:t>
            </a:r>
          </a:p>
        </p:txBody>
      </p:sp>
    </p:spTree>
    <p:extLst>
      <p:ext uri="{BB962C8B-B14F-4D97-AF65-F5344CB8AC3E}">
        <p14:creationId xmlns:p14="http://schemas.microsoft.com/office/powerpoint/2010/main" val="204353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1948519" y="184663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Дерев</a:t>
            </a:r>
            <a:r>
              <a:rPr lang="ru" sz="3600"/>
              <a:t>о решений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6;p40"/>
          <p:cNvSpPr/>
          <p:nvPr/>
        </p:nvSpPr>
        <p:spPr>
          <a:xfrm>
            <a:off x="213360" y="116275"/>
            <a:ext cx="8755920" cy="4890065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1" y="748731"/>
            <a:ext cx="8630159" cy="30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07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9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9"/>
          <p:cNvSpPr/>
          <p:nvPr/>
        </p:nvSpPr>
        <p:spPr>
          <a:xfrm>
            <a:off x="1948519" y="184663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/>
              <a:t>Генерация идей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0"/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34" name="Google Shape;734;p60"/>
          <p:cNvSpPr txBox="1"/>
          <p:nvPr/>
        </p:nvSpPr>
        <p:spPr>
          <a:xfrm>
            <a:off x="319500" y="237038"/>
            <a:ext cx="62385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chemeClr val="lt1"/>
              </a:buClr>
              <a:buSzPts val="4100"/>
            </a:pPr>
            <a:r>
              <a:rPr lang="ru" sz="4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ГПСЛДВ (HADI)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5" name="Google Shape;735;p60"/>
          <p:cNvGraphicFramePr/>
          <p:nvPr/>
        </p:nvGraphicFramePr>
        <p:xfrm>
          <a:off x="317020" y="937248"/>
          <a:ext cx="8533681" cy="42365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2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8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28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23"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Гипотеза</a:t>
                      </a:r>
                      <a:endParaRPr sz="1400" u="none" strike="noStrike" cap="none" dirty="0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Проверка</a:t>
                      </a:r>
                      <a:endParaRPr sz="14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Сила</a:t>
                      </a:r>
                      <a:endParaRPr sz="14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Лёгкость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Данные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Вывод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22"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0823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1100" b="1" u="none" strike="noStrike" cap="none" dirty="0">
                          <a:solidFill>
                            <a:schemeClr val="dk1"/>
                          </a:solidFill>
                        </a:rPr>
                        <a:t>Фильтрация данных по важности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Эксперимент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Полностью решает проблему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Используем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37"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Внедрение искусственного интеллекта</a:t>
                      </a: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Эксперимент</a:t>
                      </a: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решит проблему, так как не будет все также будет проблема с фильтрацией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используем </a:t>
                      </a: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850"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Создание новой автоматизированной программы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Эксперимент</a:t>
                      </a: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Решит проблему, однако персоналу придется обучаться работе с новой программой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Возможно будем</a:t>
                      </a:r>
                      <a:r>
                        <a:rPr lang="ru-RU" sz="1100" b="1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 использовать</a:t>
                      </a:r>
                      <a:endParaRPr lang="ru-RU" sz="11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190"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Постройка новых путей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Пообщаться</a:t>
                      </a:r>
                      <a:r>
                        <a:rPr lang="ru-RU" sz="1100" b="1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 с экспертом</a:t>
                      </a:r>
                      <a:endParaRPr lang="ru-RU" sz="11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Сложно в реализации, большие денежные траты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используем</a:t>
                      </a:r>
                    </a:p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137"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Arial"/>
                          <a:cs typeface="Arial"/>
                          <a:sym typeface="Arial"/>
                        </a:rPr>
                        <a:t>Передавать данные о ремонте на путях без зависимости от связи 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Эксперимент</a:t>
                      </a: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Способствует быстрому изменению среднего значения АСУ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Возможно будем</a:t>
                      </a:r>
                      <a:r>
                        <a:rPr lang="ru-RU" sz="1100" b="1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использовать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0"/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34" name="Google Shape;734;p60"/>
          <p:cNvSpPr txBox="1"/>
          <p:nvPr/>
        </p:nvSpPr>
        <p:spPr>
          <a:xfrm>
            <a:off x="319500" y="237038"/>
            <a:ext cx="62385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chemeClr val="lt1"/>
              </a:buClr>
              <a:buSzPts val="4100"/>
            </a:pPr>
            <a:r>
              <a:rPr lang="ru" sz="4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ГПСЛДВ (HADI)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5" name="Google Shape;735;p60"/>
          <p:cNvGraphicFramePr/>
          <p:nvPr/>
        </p:nvGraphicFramePr>
        <p:xfrm>
          <a:off x="378260" y="1032877"/>
          <a:ext cx="8387481" cy="10727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98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950"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Гипотеза</a:t>
                      </a:r>
                      <a:endParaRPr sz="1400" u="none" strike="noStrike" cap="none" dirty="0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Проверка</a:t>
                      </a:r>
                      <a:endParaRPr sz="14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Сила</a:t>
                      </a:r>
                      <a:endParaRPr sz="14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Лёгкость</a:t>
                      </a:r>
                      <a:endParaRPr sz="12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Данные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Вывод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42D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812"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0823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1100" b="1" u="none" strike="noStrike" cap="none" dirty="0">
                          <a:solidFill>
                            <a:schemeClr val="dk1"/>
                          </a:solidFill>
                        </a:rPr>
                        <a:t>Учет данных об свободных вагонах и местах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Эксперимент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Даст нам недостающие данные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Возможно</a:t>
                      </a:r>
                      <a:r>
                        <a:rPr lang="ru-RU" sz="1100" b="1" i="0" u="none" strike="noStrike" cap="none" baseline="0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будем использовать</a:t>
                      </a:r>
                      <a:endParaRPr sz="11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577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6"/>
          <p:cNvSpPr/>
          <p:nvPr/>
        </p:nvSpPr>
        <p:spPr>
          <a:xfrm>
            <a:off x="327890" y="949007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811" name="Google Shape;811;p66"/>
          <p:cNvSpPr txBox="1"/>
          <p:nvPr/>
        </p:nvSpPr>
        <p:spPr>
          <a:xfrm>
            <a:off x="319500" y="336720"/>
            <a:ext cx="62385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chemeClr val="lt1"/>
              </a:buClr>
              <a:buSzPts val="4100"/>
            </a:pPr>
            <a:r>
              <a:rPr lang="ru" sz="4100" b="1" dirty="0">
                <a:solidFill>
                  <a:schemeClr val="lt1"/>
                </a:solidFill>
              </a:rPr>
              <a:t>ИДЕИ РЕШЕНИЯ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2" name="Google Shape;812;p66"/>
          <p:cNvGrpSpPr/>
          <p:nvPr/>
        </p:nvGrpSpPr>
        <p:grpSpPr>
          <a:xfrm>
            <a:off x="437345" y="1348831"/>
            <a:ext cx="4150837" cy="3645188"/>
            <a:chOff x="583125" y="1798441"/>
            <a:chExt cx="5534450" cy="4860250"/>
          </a:xfrm>
        </p:grpSpPr>
        <p:cxnSp>
          <p:nvCxnSpPr>
            <p:cNvPr id="813" name="Google Shape;813;p66"/>
            <p:cNvCxnSpPr/>
            <p:nvPr/>
          </p:nvCxnSpPr>
          <p:spPr>
            <a:xfrm rot="10800000">
              <a:off x="977652" y="1798441"/>
              <a:ext cx="0" cy="4302600"/>
            </a:xfrm>
            <a:prstGeom prst="straightConnector1">
              <a:avLst/>
            </a:prstGeom>
            <a:noFill/>
            <a:ln w="19050" cap="flat" cmpd="sng">
              <a:solidFill>
                <a:srgbClr val="642D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14" name="Google Shape;814;p66"/>
            <p:cNvCxnSpPr/>
            <p:nvPr/>
          </p:nvCxnSpPr>
          <p:spPr>
            <a:xfrm>
              <a:off x="977652" y="6101041"/>
              <a:ext cx="5139900" cy="0"/>
            </a:xfrm>
            <a:prstGeom prst="straightConnector1">
              <a:avLst/>
            </a:prstGeom>
            <a:noFill/>
            <a:ln w="19050" cap="flat" cmpd="sng">
              <a:solidFill>
                <a:srgbClr val="642D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15" name="Google Shape;815;p66"/>
            <p:cNvCxnSpPr/>
            <p:nvPr/>
          </p:nvCxnSpPr>
          <p:spPr>
            <a:xfrm rot="10800000">
              <a:off x="3568424" y="2063864"/>
              <a:ext cx="0" cy="3958800"/>
            </a:xfrm>
            <a:prstGeom prst="straightConnector1">
              <a:avLst/>
            </a:prstGeom>
            <a:noFill/>
            <a:ln w="19050" cap="flat" cmpd="sng">
              <a:solidFill>
                <a:srgbClr val="D8D8D8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816" name="Google Shape;816;p66"/>
            <p:cNvCxnSpPr/>
            <p:nvPr/>
          </p:nvCxnSpPr>
          <p:spPr>
            <a:xfrm>
              <a:off x="1095218" y="3972483"/>
              <a:ext cx="4678500" cy="0"/>
            </a:xfrm>
            <a:prstGeom prst="straightConnector1">
              <a:avLst/>
            </a:prstGeom>
            <a:noFill/>
            <a:ln w="19050" cap="flat" cmpd="sng">
              <a:solidFill>
                <a:srgbClr val="D8D8D8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817" name="Google Shape;817;p66"/>
            <p:cNvSpPr txBox="1"/>
            <p:nvPr/>
          </p:nvSpPr>
          <p:spPr>
            <a:xfrm rot="16200000">
              <a:off x="-128663" y="2510312"/>
              <a:ext cx="188520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algn="r">
                <a:buClr>
                  <a:srgbClr val="060823"/>
                </a:buClr>
                <a:buSzPts val="900"/>
              </a:pPr>
              <a:r>
                <a:rPr lang="ru" sz="900">
                  <a:solidFill>
                    <a:srgbClr val="060823"/>
                  </a:solidFill>
                </a:rPr>
                <a:t>Реальность воплощения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66"/>
            <p:cNvSpPr txBox="1"/>
            <p:nvPr/>
          </p:nvSpPr>
          <p:spPr>
            <a:xfrm>
              <a:off x="4152275" y="6197067"/>
              <a:ext cx="196530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algn="r">
                <a:buClr>
                  <a:srgbClr val="060823"/>
                </a:buClr>
                <a:buSzPts val="900"/>
              </a:pPr>
              <a:r>
                <a:rPr lang="ru" sz="900">
                  <a:solidFill>
                    <a:srgbClr val="060823"/>
                  </a:solidFill>
                </a:rPr>
                <a:t>Ожидаемая эффективность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Google Shape;820;p66"/>
          <p:cNvSpPr txBox="1"/>
          <p:nvPr/>
        </p:nvSpPr>
        <p:spPr>
          <a:xfrm>
            <a:off x="5381227" y="1289602"/>
            <a:ext cx="2926424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ru-RU" sz="1500" b="1" dirty="0">
                <a:solidFill>
                  <a:schemeClr val="dk1"/>
                </a:solidFill>
              </a:rPr>
              <a:t>ОТОБРАННЫЕ ГИПОТЕЗЫ</a:t>
            </a:r>
            <a:endParaRPr lang="ru" sz="1500" b="1" dirty="0">
              <a:solidFill>
                <a:srgbClr val="642DC0"/>
              </a:solidFill>
            </a:endParaRPr>
          </a:p>
        </p:txBody>
      </p:sp>
      <p:sp>
        <p:nvSpPr>
          <p:cNvPr id="822" name="Google Shape;822;p66"/>
          <p:cNvSpPr txBox="1"/>
          <p:nvPr/>
        </p:nvSpPr>
        <p:spPr>
          <a:xfrm>
            <a:off x="4981415" y="1805789"/>
            <a:ext cx="3250800" cy="62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rgbClr val="060823"/>
              </a:buClr>
              <a:buSzPts val="1200"/>
            </a:pPr>
            <a:r>
              <a:rPr lang="ru" sz="1800" dirty="0">
                <a:solidFill>
                  <a:srgbClr val="060823"/>
                </a:solidFill>
              </a:rPr>
              <a:t>1.</a:t>
            </a:r>
            <a:r>
              <a:rPr lang="ru-RU" sz="1800" b="1" dirty="0">
                <a:solidFill>
                  <a:schemeClr val="dk1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Фильтрация данных по важности</a:t>
            </a:r>
            <a:r>
              <a:rPr lang="ru-RU" sz="1800" dirty="0">
                <a:solidFill>
                  <a:srgbClr val="060823"/>
                </a:solidFill>
              </a:rPr>
              <a:t>.</a:t>
            </a:r>
          </a:p>
        </p:txBody>
      </p:sp>
      <p:sp>
        <p:nvSpPr>
          <p:cNvPr id="823" name="Google Shape;823;p66"/>
          <p:cNvSpPr txBox="1"/>
          <p:nvPr/>
        </p:nvSpPr>
        <p:spPr>
          <a:xfrm>
            <a:off x="4981415" y="2497804"/>
            <a:ext cx="384308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rgbClr val="060823"/>
              </a:buClr>
              <a:buSzPts val="1200"/>
            </a:pPr>
            <a:r>
              <a:rPr lang="ru" sz="1800" dirty="0">
                <a:solidFill>
                  <a:srgbClr val="060823"/>
                </a:solidFill>
              </a:rPr>
              <a:t>3. </a:t>
            </a:r>
            <a:r>
              <a:rPr lang="ru-RU" sz="1800" dirty="0">
                <a:solidFill>
                  <a:schemeClr val="dk1"/>
                </a:solidFill>
              </a:rPr>
              <a:t>Создание новой автоматизированной программы</a:t>
            </a:r>
          </a:p>
          <a:p>
            <a:pPr>
              <a:buClr>
                <a:srgbClr val="060823"/>
              </a:buClr>
              <a:buSzPts val="1200"/>
            </a:pPr>
            <a:endParaRPr lang="ru-RU" sz="1800" dirty="0">
              <a:solidFill>
                <a:srgbClr val="060823"/>
              </a:solidFill>
            </a:endParaRPr>
          </a:p>
        </p:txBody>
      </p:sp>
      <p:sp>
        <p:nvSpPr>
          <p:cNvPr id="824" name="Google Shape;824;p66"/>
          <p:cNvSpPr txBox="1"/>
          <p:nvPr/>
        </p:nvSpPr>
        <p:spPr>
          <a:xfrm>
            <a:off x="4981415" y="3125118"/>
            <a:ext cx="38886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rgbClr val="060823"/>
              </a:buClr>
              <a:buSzPts val="1200"/>
            </a:pPr>
            <a:r>
              <a:rPr lang="ru" sz="1800" dirty="0">
                <a:solidFill>
                  <a:srgbClr val="060823"/>
                </a:solidFill>
              </a:rPr>
              <a:t>5. </a:t>
            </a:r>
            <a:r>
              <a:rPr lang="ru-RU" sz="1800" dirty="0">
                <a:solidFill>
                  <a:schemeClr val="dk1"/>
                </a:solidFill>
              </a:rPr>
              <a:t>Передавать данные о ремонте на путях без зависимости от связи </a:t>
            </a:r>
          </a:p>
          <a:p>
            <a:pPr>
              <a:buClr>
                <a:srgbClr val="060823"/>
              </a:buClr>
              <a:buSzPts val="1200"/>
            </a:pPr>
            <a:endParaRPr lang="ru-RU" sz="1800" dirty="0">
              <a:solidFill>
                <a:srgbClr val="060823"/>
              </a:solidFill>
            </a:endParaRPr>
          </a:p>
        </p:txBody>
      </p:sp>
      <p:sp>
        <p:nvSpPr>
          <p:cNvPr id="825" name="Google Shape;825;p66"/>
          <p:cNvSpPr txBox="1"/>
          <p:nvPr/>
        </p:nvSpPr>
        <p:spPr>
          <a:xfrm>
            <a:off x="4981415" y="3796809"/>
            <a:ext cx="348707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Clr>
                <a:srgbClr val="060823"/>
              </a:buClr>
              <a:buSzPts val="1200"/>
            </a:pPr>
            <a:r>
              <a:rPr lang="ru" sz="1800" dirty="0">
                <a:solidFill>
                  <a:srgbClr val="060823"/>
                </a:solidFill>
              </a:rPr>
              <a:t>6. </a:t>
            </a:r>
            <a:r>
              <a:rPr lang="ru-RU" sz="1800" dirty="0">
                <a:solidFill>
                  <a:schemeClr val="dk1"/>
                </a:solidFill>
              </a:rPr>
              <a:t>Учет данных об свободных вагонах и местах</a:t>
            </a:r>
          </a:p>
          <a:p>
            <a:pPr>
              <a:buClr>
                <a:srgbClr val="060823"/>
              </a:buClr>
              <a:buSzPts val="1200"/>
            </a:pP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830" name="Google Shape;830;p66"/>
          <p:cNvSpPr/>
          <p:nvPr/>
        </p:nvSpPr>
        <p:spPr>
          <a:xfrm>
            <a:off x="2747259" y="2442223"/>
            <a:ext cx="78870" cy="71700"/>
          </a:xfrm>
          <a:prstGeom prst="ellipse">
            <a:avLst/>
          </a:prstGeom>
          <a:solidFill>
            <a:srgbClr val="7030A0"/>
          </a:solid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30;p66"/>
          <p:cNvSpPr/>
          <p:nvPr/>
        </p:nvSpPr>
        <p:spPr>
          <a:xfrm>
            <a:off x="4226459" y="2013804"/>
            <a:ext cx="71700" cy="717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830;p66"/>
          <p:cNvSpPr/>
          <p:nvPr/>
        </p:nvSpPr>
        <p:spPr>
          <a:xfrm>
            <a:off x="4136112" y="2468393"/>
            <a:ext cx="71700" cy="71700"/>
          </a:xfrm>
          <a:prstGeom prst="ellipse">
            <a:avLst/>
          </a:prstGeom>
          <a:solidFill>
            <a:srgbClr val="92D050"/>
          </a:soli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30;p66"/>
          <p:cNvSpPr/>
          <p:nvPr/>
        </p:nvSpPr>
        <p:spPr>
          <a:xfrm>
            <a:off x="3390774" y="2487323"/>
            <a:ext cx="71700" cy="71700"/>
          </a:xfrm>
          <a:prstGeom prst="ellipse">
            <a:avLst/>
          </a:prstGeom>
          <a:solidFill>
            <a:srgbClr val="00B0F0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58238" y="1763072"/>
            <a:ext cx="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 flipH="1">
            <a:off x="2792869" y="2212774"/>
            <a:ext cx="7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2586" y="2269098"/>
            <a:ext cx="1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6352" y="2255882"/>
            <a:ext cx="14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00B0F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7"/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67"/>
          <p:cNvSpPr txBox="1"/>
          <p:nvPr/>
        </p:nvSpPr>
        <p:spPr>
          <a:xfrm>
            <a:off x="319500" y="237037"/>
            <a:ext cx="77901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</a:pPr>
            <a:r>
              <a:rPr lang="ru" sz="4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ТРЕБОВАНИЯ К РЕШЕНИЮ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67"/>
          <p:cNvSpPr/>
          <p:nvPr/>
        </p:nvSpPr>
        <p:spPr>
          <a:xfrm>
            <a:off x="565516" y="1269114"/>
            <a:ext cx="3915000" cy="3510000"/>
          </a:xfrm>
          <a:prstGeom prst="roundRect">
            <a:avLst>
              <a:gd name="adj" fmla="val 3919"/>
            </a:avLst>
          </a:prstGeom>
          <a:solidFill>
            <a:srgbClr val="642D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7620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67"/>
          <p:cNvSpPr txBox="1"/>
          <p:nvPr/>
        </p:nvSpPr>
        <p:spPr>
          <a:xfrm>
            <a:off x="774596" y="1495677"/>
            <a:ext cx="3268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ru"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РЕШЕНИЕ ДОЛЖНО БЫТЬ: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67"/>
          <p:cNvSpPr txBox="1"/>
          <p:nvPr/>
        </p:nvSpPr>
        <p:spPr>
          <a:xfrm>
            <a:off x="4817970" y="1408018"/>
            <a:ext cx="3468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2DC0"/>
              </a:buClr>
              <a:buSzPts val="1500"/>
              <a:buFont typeface="Arial"/>
              <a:buNone/>
            </a:pPr>
            <a:r>
              <a:rPr lang="ru" sz="1500" b="1" i="0" u="none" strike="noStrike" cap="none" dirty="0">
                <a:solidFill>
                  <a:srgbClr val="642DC0"/>
                </a:solidFill>
                <a:latin typeface="Arial"/>
                <a:ea typeface="Arial"/>
                <a:cs typeface="Arial"/>
                <a:sym typeface="Arial"/>
              </a:rPr>
              <a:t>РЕШЕНИЕ ИМЕЕТ СЛЕДУЮЩИЕ ФУНКЦИИ: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865;p68"/>
          <p:cNvSpPr/>
          <p:nvPr/>
        </p:nvSpPr>
        <p:spPr>
          <a:xfrm>
            <a:off x="0" y="2207520"/>
            <a:ext cx="5410440" cy="2940120"/>
          </a:xfrm>
          <a:custGeom>
            <a:avLst/>
            <a:gdLst>
              <a:gd name="textAreaLeft" fmla="*/ 0 w 5410440"/>
              <a:gd name="textAreaRight" fmla="*/ 5410800 w 5410440"/>
              <a:gd name="textAreaTop" fmla="*/ 0 h 2940120"/>
              <a:gd name="textAreaBottom" fmla="*/ 2940480 h 2940120"/>
            </a:gdLst>
            <a:ahLst/>
            <a:cxnLst/>
            <a:rect l="textAreaLeft" t="textAreaTop" r="textAreaRight" b="textAreaBottom"/>
            <a:pathLst>
              <a:path w="8229600" h="5136401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4" name="Google Shape;866;p68"/>
          <p:cNvSpPr/>
          <p:nvPr/>
        </p:nvSpPr>
        <p:spPr>
          <a:xfrm>
            <a:off x="8736840" y="-938880"/>
            <a:ext cx="38232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060823"/>
                </a:solidFill>
                <a:effectLst/>
                <a:uFillTx/>
                <a:latin typeface="Arial"/>
                <a:ea typeface="Arial"/>
              </a:rPr>
              <a:t>Перенесите выбранный кейс и удалите лишние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867;p68"/>
          <p:cNvSpPr/>
          <p:nvPr/>
        </p:nvSpPr>
        <p:spPr>
          <a:xfrm>
            <a:off x="1948680" y="1846800"/>
            <a:ext cx="5221080" cy="13633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0E284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Прототипирование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878;p70"/>
          <p:cNvSpPr/>
          <p:nvPr/>
        </p:nvSpPr>
        <p:spPr>
          <a:xfrm>
            <a:off x="319680" y="969480"/>
            <a:ext cx="8504640" cy="402624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7" name="Google Shape;879;p70"/>
          <p:cNvSpPr/>
          <p:nvPr/>
        </p:nvSpPr>
        <p:spPr>
          <a:xfrm>
            <a:off x="319680" y="236880"/>
            <a:ext cx="570636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ПЛАН-КАНБАН</a:t>
            </a:r>
            <a:endParaRPr lang="ru-RU" sz="4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880;p70"/>
          <p:cNvSpPr/>
          <p:nvPr/>
        </p:nvSpPr>
        <p:spPr>
          <a:xfrm>
            <a:off x="565560" y="1269000"/>
            <a:ext cx="2400120" cy="3509640"/>
          </a:xfrm>
          <a:prstGeom prst="roundRect">
            <a:avLst>
              <a:gd name="adj" fmla="val 3919"/>
            </a:avLst>
          </a:prstGeom>
          <a:solidFill>
            <a:srgbClr val="642D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marL="7632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882;p70"/>
          <p:cNvSpPr/>
          <p:nvPr/>
        </p:nvSpPr>
        <p:spPr>
          <a:xfrm>
            <a:off x="691200" y="1828080"/>
            <a:ext cx="21488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Предстоит: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883;p70"/>
          <p:cNvSpPr/>
          <p:nvPr/>
        </p:nvSpPr>
        <p:spPr>
          <a:xfrm>
            <a:off x="691200" y="2570040"/>
            <a:ext cx="22258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 работе: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884;p70"/>
          <p:cNvSpPr/>
          <p:nvPr/>
        </p:nvSpPr>
        <p:spPr>
          <a:xfrm>
            <a:off x="6178320" y="1269000"/>
            <a:ext cx="2400120" cy="3509640"/>
          </a:xfrm>
          <a:prstGeom prst="roundRect">
            <a:avLst>
              <a:gd name="adj" fmla="val 3919"/>
            </a:avLst>
          </a:prstGeom>
          <a:solidFill>
            <a:srgbClr val="642D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03.09.25 Получение задания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24.09.25 Анализ задания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24.09.25 Интервью с заказчиком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10.10.25 Обработка информации полученной на интервью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20.11.25 Создание пулла решений.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20.11.25 Поиск оптимального решения среди них.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1904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ru-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20.11.25 Формирование чётких критериев к конечному продукту.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885;p70"/>
          <p:cNvSpPr/>
          <p:nvPr/>
        </p:nvSpPr>
        <p:spPr>
          <a:xfrm>
            <a:off x="691200" y="3438360"/>
            <a:ext cx="21488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Готово: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1325520" y="1379520"/>
            <a:ext cx="877461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17.12.25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652680" y="3751560"/>
            <a:ext cx="222588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76320"/>
            <a:endParaRPr lang="ru-RU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8"/>
          <p:cNvSpPr/>
          <p:nvPr/>
        </p:nvSpPr>
        <p:spPr>
          <a:xfrm>
            <a:off x="652680" y="3001680"/>
            <a:ext cx="14814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76320">
              <a:lnSpc>
                <a:spcPct val="100000"/>
              </a:lnSpc>
            </a:pPr>
            <a:r>
              <a:rPr lang="ru-RU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1. Защита проекта</a:t>
            </a: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880;p70"/>
          <p:cNvSpPr/>
          <p:nvPr/>
        </p:nvSpPr>
        <p:spPr>
          <a:xfrm>
            <a:off x="5612040" y="1270800"/>
            <a:ext cx="2966040" cy="3509640"/>
          </a:xfrm>
          <a:prstGeom prst="roundRect">
            <a:avLst>
              <a:gd name="adj" fmla="val 3919"/>
            </a:avLst>
          </a:prstGeom>
          <a:solidFill>
            <a:srgbClr val="642D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marL="7632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882;p70"/>
          <p:cNvSpPr/>
          <p:nvPr/>
        </p:nvSpPr>
        <p:spPr>
          <a:xfrm>
            <a:off x="5772420" y="1673460"/>
            <a:ext cx="27176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 dirty="0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Предстоит: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883;p70"/>
          <p:cNvSpPr/>
          <p:nvPr/>
        </p:nvSpPr>
        <p:spPr>
          <a:xfrm>
            <a:off x="5794560" y="2676960"/>
            <a:ext cx="281520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 работе: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885;p70"/>
          <p:cNvSpPr/>
          <p:nvPr/>
        </p:nvSpPr>
        <p:spPr>
          <a:xfrm>
            <a:off x="5794560" y="3822480"/>
            <a:ext cx="27176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Готово: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6691320" y="1375200"/>
            <a:ext cx="8798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14.10.25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880;p70"/>
          <p:cNvSpPr/>
          <p:nvPr/>
        </p:nvSpPr>
        <p:spPr>
          <a:xfrm>
            <a:off x="3091320" y="1269000"/>
            <a:ext cx="2400120" cy="3509640"/>
          </a:xfrm>
          <a:prstGeom prst="roundRect">
            <a:avLst>
              <a:gd name="adj" fmla="val 3919"/>
            </a:avLst>
          </a:prstGeom>
          <a:solidFill>
            <a:srgbClr val="642D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ctr">
            <a:noAutofit/>
          </a:bodyPr>
          <a:lstStyle/>
          <a:p>
            <a:pPr marL="7632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320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882;p70"/>
          <p:cNvSpPr/>
          <p:nvPr/>
        </p:nvSpPr>
        <p:spPr>
          <a:xfrm>
            <a:off x="3216960" y="1828080"/>
            <a:ext cx="21488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Предстоит: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883;p70"/>
          <p:cNvSpPr/>
          <p:nvPr/>
        </p:nvSpPr>
        <p:spPr>
          <a:xfrm>
            <a:off x="3216960" y="2570040"/>
            <a:ext cx="22258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 работе: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885;p70"/>
          <p:cNvSpPr/>
          <p:nvPr/>
        </p:nvSpPr>
        <p:spPr>
          <a:xfrm>
            <a:off x="3216960" y="3438360"/>
            <a:ext cx="21488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Готово: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4"/>
          <p:cNvSpPr/>
          <p:nvPr/>
        </p:nvSpPr>
        <p:spPr>
          <a:xfrm>
            <a:off x="3851280" y="1379520"/>
            <a:ext cx="8798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20.11.25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5862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8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8"/>
          <p:cNvSpPr/>
          <p:nvPr/>
        </p:nvSpPr>
        <p:spPr>
          <a:xfrm>
            <a:off x="1948519" y="184663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Теоретический этап</a:t>
            </a:r>
            <a:endParaRPr lang="ru-RU"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dirty="0"/>
              <a:t>(дерево дихотомии)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255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/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319499" y="237037"/>
            <a:ext cx="7766051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ЛОГИЧЕСКАЯ БЛОК-СХЕМА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050475-9FF5-5E8C-D68B-263CEF83F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307" y="969523"/>
            <a:ext cx="2767217" cy="40266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0626FE-2F81-0EA4-0CE7-D1B2296C4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968" y="1001847"/>
            <a:ext cx="4531680" cy="402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96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/>
          <p:cNvSpPr/>
          <p:nvPr/>
        </p:nvSpPr>
        <p:spPr>
          <a:xfrm>
            <a:off x="60262" y="700160"/>
            <a:ext cx="9023476" cy="4395027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60262" y="0"/>
            <a:ext cx="8928196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SzPts val="4100"/>
            </a:pPr>
            <a:r>
              <a:rPr lang="ru" sz="4100" b="1" dirty="0">
                <a:solidFill>
                  <a:schemeClr val="lt1"/>
                </a:solidFill>
              </a:rPr>
              <a:t>ТЕХНИЧЕСКАЯ </a:t>
            </a: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БЛОК-СХЕМА 1</a:t>
            </a:r>
            <a:r>
              <a:rPr lang="en-US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107BDF-D3D9-31E4-A01F-A81D74792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510" y="431381"/>
            <a:ext cx="7022650" cy="448822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1991E9-A462-61BD-983C-C2E9C8439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310" y="901661"/>
            <a:ext cx="5009690" cy="41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12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/>
          <p:cNvSpPr/>
          <p:nvPr/>
        </p:nvSpPr>
        <p:spPr>
          <a:xfrm>
            <a:off x="60262" y="700160"/>
            <a:ext cx="9023476" cy="4395027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60262" y="0"/>
            <a:ext cx="896119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ТЕХНИЧЕСКАЯ БЛОК-СХЕМА</a:t>
            </a:r>
            <a:r>
              <a:rPr lang="en-US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2/2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AFC65D-3142-31CC-43A2-21DA92487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2" y="700159"/>
            <a:ext cx="5221482" cy="452116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CFE96A-8CC4-3305-C13A-A74093027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61" y="827386"/>
            <a:ext cx="2912208" cy="41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51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8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8"/>
          <p:cNvSpPr/>
          <p:nvPr/>
        </p:nvSpPr>
        <p:spPr>
          <a:xfrm>
            <a:off x="1484695" y="1889850"/>
            <a:ext cx="617461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Теоретический этап</a:t>
            </a:r>
            <a:endParaRPr lang="ru-RU"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dirty="0"/>
              <a:t>(корреляционные плеяды)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5563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/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319499" y="237037"/>
            <a:ext cx="8601477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ЛОГИЧЕСКАЯ БЛОК-СХЕМА 1/2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8DF30D-6B6F-8662-6B3A-3E79E1BD2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073" y="1048374"/>
            <a:ext cx="2431637" cy="39477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33F93-F0B8-EC12-BCB0-9B1DECE78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466" y="1170038"/>
            <a:ext cx="3124278" cy="4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97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6E0246DD-CA3A-1F9F-FB9E-37983146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B8447E60-7CC0-F7D4-E2BA-ABF099004813}"/>
              </a:ext>
            </a:extLst>
          </p:cNvPr>
          <p:cNvSpPr/>
          <p:nvPr/>
        </p:nvSpPr>
        <p:spPr>
          <a:xfrm>
            <a:off x="319500" y="96952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60B8AC08-B5A3-A78C-9E7A-DF5294D99DA5}"/>
              </a:ext>
            </a:extLst>
          </p:cNvPr>
          <p:cNvSpPr txBox="1"/>
          <p:nvPr/>
        </p:nvSpPr>
        <p:spPr>
          <a:xfrm>
            <a:off x="319499" y="237037"/>
            <a:ext cx="8601477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ЛОГИЧЕСКАЯ БЛОК-СХЕМА 2/2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417457-6BB2-1472-13C5-95EE4574C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936" y="969523"/>
            <a:ext cx="2450084" cy="40266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CCADEF-BA11-D19E-2B92-D0C1E5ADB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425" y="1050784"/>
            <a:ext cx="3427639" cy="38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24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C048C039-FF0A-7A4B-59A9-D263C45A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43F168C2-BBF9-9DDC-A09A-DC03AD3CEF08}"/>
              </a:ext>
            </a:extLst>
          </p:cNvPr>
          <p:cNvSpPr/>
          <p:nvPr/>
        </p:nvSpPr>
        <p:spPr>
          <a:xfrm>
            <a:off x="60262" y="700160"/>
            <a:ext cx="9023476" cy="4395027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9AA52B0C-F4BF-CEB6-7308-4F5C83DA3D8F}"/>
              </a:ext>
            </a:extLst>
          </p:cNvPr>
          <p:cNvSpPr txBox="1"/>
          <p:nvPr/>
        </p:nvSpPr>
        <p:spPr>
          <a:xfrm>
            <a:off x="60262" y="0"/>
            <a:ext cx="8928196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SzPts val="4100"/>
            </a:pPr>
            <a:r>
              <a:rPr lang="ru" sz="4100" b="1" dirty="0">
                <a:solidFill>
                  <a:schemeClr val="lt1"/>
                </a:solidFill>
              </a:rPr>
              <a:t>ТЕХНИЧЕСКАЯ </a:t>
            </a: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БЛОК-СХЕМА 1</a:t>
            </a:r>
            <a:r>
              <a:rPr lang="en-US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74F9FA-AC25-FC9D-BD86-3A721D7DD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8" y="817204"/>
            <a:ext cx="2017425" cy="41609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40CF04-2B45-AFC8-26EB-29DDDC34D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017" y="1148048"/>
            <a:ext cx="3366609" cy="39954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B88EBC-94C8-94BF-1B7E-4F0E299EA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689" y="817204"/>
            <a:ext cx="2855906" cy="434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01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1951161C-33D8-99BC-96EA-711B23F9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12FF9627-E8AC-F940-0E6C-2225BC454DB2}"/>
              </a:ext>
            </a:extLst>
          </p:cNvPr>
          <p:cNvSpPr/>
          <p:nvPr/>
        </p:nvSpPr>
        <p:spPr>
          <a:xfrm>
            <a:off x="60262" y="700160"/>
            <a:ext cx="9023476" cy="4395027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D750C97E-3BD3-D0DC-E52C-E5A4871E5E50}"/>
              </a:ext>
            </a:extLst>
          </p:cNvPr>
          <p:cNvSpPr txBox="1"/>
          <p:nvPr/>
        </p:nvSpPr>
        <p:spPr>
          <a:xfrm>
            <a:off x="60262" y="0"/>
            <a:ext cx="8928196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SzPts val="4100"/>
            </a:pPr>
            <a:r>
              <a:rPr lang="ru" sz="4100" b="1" dirty="0">
                <a:solidFill>
                  <a:schemeClr val="lt1"/>
                </a:solidFill>
              </a:rPr>
              <a:t>ТЕХНИЧЕСКАЯ </a:t>
            </a: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БЛОК-СХЕМА 2</a:t>
            </a:r>
            <a:r>
              <a:rPr lang="en-US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39F3D60-676F-B374-D4F7-AA39020AA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7" y="700159"/>
            <a:ext cx="2296113" cy="450052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09E302-B4E1-AC51-E575-A2CAFEAE4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801" y="700159"/>
            <a:ext cx="2296113" cy="42999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47847F-E3C4-4B77-041F-AA44CCADB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2194" y="1138801"/>
            <a:ext cx="3203924" cy="386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99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14EF9539-A757-009D-DC27-B0246032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D683E4C8-5C99-7253-2B05-1309965C5EC5}"/>
              </a:ext>
            </a:extLst>
          </p:cNvPr>
          <p:cNvSpPr/>
          <p:nvPr/>
        </p:nvSpPr>
        <p:spPr>
          <a:xfrm>
            <a:off x="60262" y="700160"/>
            <a:ext cx="9023476" cy="4395027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30E46FFC-A6F1-A269-8448-93F3DC68C740}"/>
              </a:ext>
            </a:extLst>
          </p:cNvPr>
          <p:cNvSpPr txBox="1"/>
          <p:nvPr/>
        </p:nvSpPr>
        <p:spPr>
          <a:xfrm>
            <a:off x="60262" y="0"/>
            <a:ext cx="8928196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SzPts val="4100"/>
            </a:pPr>
            <a:r>
              <a:rPr lang="ru" sz="4100" b="1" dirty="0">
                <a:solidFill>
                  <a:schemeClr val="lt1"/>
                </a:solidFill>
              </a:rPr>
              <a:t>ТЕХНИЧЕСКАЯ </a:t>
            </a: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БЛОК-СХЕМА </a:t>
            </a:r>
            <a:r>
              <a:rPr lang="ru" sz="4100" b="1" dirty="0">
                <a:solidFill>
                  <a:schemeClr val="lt1"/>
                </a:solidFill>
              </a:rPr>
              <a:t>3</a:t>
            </a:r>
            <a:r>
              <a:rPr lang="en-US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EE0427-CAAF-2A28-32E2-91BBB8CB2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593" y="700160"/>
            <a:ext cx="27995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96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8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8"/>
          <p:cNvSpPr/>
          <p:nvPr/>
        </p:nvSpPr>
        <p:spPr>
          <a:xfrm>
            <a:off x="1528536" y="1889850"/>
            <a:ext cx="6086928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Практический этап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551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ADE6D439-99D5-E203-72C8-0B08B78D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1130FE36-B062-0AFD-F5CE-DDA0030084A8}"/>
              </a:ext>
            </a:extLst>
          </p:cNvPr>
          <p:cNvSpPr/>
          <p:nvPr/>
        </p:nvSpPr>
        <p:spPr>
          <a:xfrm>
            <a:off x="319500" y="98857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Bodoni Ornament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182099B6-C3F8-7100-F107-C7D34DC45A45}"/>
              </a:ext>
            </a:extLst>
          </p:cNvPr>
          <p:cNvSpPr txBox="1"/>
          <p:nvPr/>
        </p:nvSpPr>
        <p:spPr>
          <a:xfrm>
            <a:off x="319500" y="237037"/>
            <a:ext cx="86340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РЕЗУЛЬТАТЫ РАБОТЫ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30AE1-6678-B0C8-81B8-6A79A179433D}"/>
              </a:ext>
            </a:extLst>
          </p:cNvPr>
          <p:cNvSpPr txBox="1"/>
          <p:nvPr/>
        </p:nvSpPr>
        <p:spPr>
          <a:xfrm>
            <a:off x="3566248" y="4591050"/>
            <a:ext cx="2250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Вывод класса </a:t>
            </a:r>
            <a:r>
              <a:rPr lang="en-US" sz="1600" dirty="0"/>
              <a:t>B</a:t>
            </a:r>
            <a:endParaRPr lang="ru-US" sz="16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57A890-E439-7188-EDEE-9ADE6AFB9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752" y="1142257"/>
            <a:ext cx="2250448" cy="34231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A6E8AD-D4C4-AAFC-8A27-951D9884B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42" y="1116569"/>
            <a:ext cx="2722390" cy="347746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C6D1B3-6981-5111-572C-5AFCE787B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751" y="1142257"/>
            <a:ext cx="2461707" cy="34231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F0291B-AC7A-BE7F-404E-3C06AAA46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542" y="1128267"/>
            <a:ext cx="2962264" cy="349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31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5EA14D14-72C9-19BA-F3A4-B8C5DAE5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990F7F1C-68BD-8463-4114-269410235B92}"/>
              </a:ext>
            </a:extLst>
          </p:cNvPr>
          <p:cNvSpPr/>
          <p:nvPr/>
        </p:nvSpPr>
        <p:spPr>
          <a:xfrm>
            <a:off x="319500" y="98857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Bodoni Ornament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F179EE8F-23F3-C0C1-1EF7-FEAB77CE4180}"/>
              </a:ext>
            </a:extLst>
          </p:cNvPr>
          <p:cNvSpPr txBox="1"/>
          <p:nvPr/>
        </p:nvSpPr>
        <p:spPr>
          <a:xfrm>
            <a:off x="319500" y="237037"/>
            <a:ext cx="86340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РЕЗУЛЬТАТЫ РАБОТЫ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18A8E-72CB-3669-5ED0-558E6C35F515}"/>
              </a:ext>
            </a:extLst>
          </p:cNvPr>
          <p:cNvSpPr txBox="1"/>
          <p:nvPr/>
        </p:nvSpPr>
        <p:spPr>
          <a:xfrm>
            <a:off x="3566248" y="4591050"/>
            <a:ext cx="2250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Вывод класса </a:t>
            </a:r>
            <a:r>
              <a:rPr lang="en-US" sz="1600" dirty="0"/>
              <a:t>C</a:t>
            </a:r>
            <a:endParaRPr lang="ru-US" sz="16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FABB29-62D8-EDF3-33E1-AD9CB959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752" y="1142257"/>
            <a:ext cx="2250448" cy="34231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1728EE-69CC-57E8-6993-7F5C64319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42" y="1116569"/>
            <a:ext cx="2722390" cy="347746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A8C28-C92B-F0B8-5FC6-283EA9CEC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751" y="1142257"/>
            <a:ext cx="2461707" cy="342310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7B6F1C-B469-D434-E034-82983E805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772" y="1128267"/>
            <a:ext cx="2513685" cy="3423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19F4FA-0309-EDC9-F30E-C244E2DFF8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113589"/>
            <a:ext cx="4013200" cy="347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91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45DB24F1-B3ED-3522-143C-116EE85A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CCAFB197-5380-A60E-0B39-785EC84C2A1B}"/>
              </a:ext>
            </a:extLst>
          </p:cNvPr>
          <p:cNvSpPr/>
          <p:nvPr/>
        </p:nvSpPr>
        <p:spPr>
          <a:xfrm>
            <a:off x="319500" y="98857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Bodoni Ornament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61D09125-3F03-6016-118F-0D9657BCD654}"/>
              </a:ext>
            </a:extLst>
          </p:cNvPr>
          <p:cNvSpPr txBox="1"/>
          <p:nvPr/>
        </p:nvSpPr>
        <p:spPr>
          <a:xfrm>
            <a:off x="319500" y="237037"/>
            <a:ext cx="86340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РЕЗУЛЬТАТЫ РАБОТЫ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E32CD0-E2FB-E4E1-BA1B-FB65BA38A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10" y="2545185"/>
            <a:ext cx="2241964" cy="473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2436F3-0B78-38D9-D326-54D35E8BF3AB}"/>
              </a:ext>
            </a:extLst>
          </p:cNvPr>
          <p:cNvSpPr txBox="1"/>
          <p:nvPr/>
        </p:nvSpPr>
        <p:spPr>
          <a:xfrm>
            <a:off x="1331639" y="3401780"/>
            <a:ext cx="1685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Неверный ввод</a:t>
            </a:r>
            <a:endParaRPr lang="ru-US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F87226-E9D8-E6FD-1CF0-FABF73D91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803" y="1993391"/>
            <a:ext cx="3377920" cy="14083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9B546C-4C17-957A-A4D3-24EA18FD7CA6}"/>
              </a:ext>
            </a:extLst>
          </p:cNvPr>
          <p:cNvSpPr txBox="1"/>
          <p:nvPr/>
        </p:nvSpPr>
        <p:spPr>
          <a:xfrm>
            <a:off x="4982735" y="3639977"/>
            <a:ext cx="3108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Вывод не существующего набора признаков</a:t>
            </a:r>
            <a:endParaRPr lang="ru-US" sz="1600" dirty="0"/>
          </a:p>
        </p:txBody>
      </p:sp>
    </p:spTree>
    <p:extLst>
      <p:ext uri="{BB962C8B-B14F-4D97-AF65-F5344CB8AC3E}">
        <p14:creationId xmlns:p14="http://schemas.microsoft.com/office/powerpoint/2010/main" val="2035512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>
          <a:extLst>
            <a:ext uri="{FF2B5EF4-FFF2-40B4-BE49-F238E27FC236}">
              <a16:creationId xmlns:a16="http://schemas.microsoft.com/office/drawing/2014/main" id="{E2FDD579-EC6A-CCCF-4F7F-68B45E57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>
            <a:extLst>
              <a:ext uri="{FF2B5EF4-FFF2-40B4-BE49-F238E27FC236}">
                <a16:creationId xmlns:a16="http://schemas.microsoft.com/office/drawing/2014/main" id="{93B422D5-6DF8-5549-A7D1-2953B280675A}"/>
              </a:ext>
            </a:extLst>
          </p:cNvPr>
          <p:cNvSpPr/>
          <p:nvPr/>
        </p:nvSpPr>
        <p:spPr>
          <a:xfrm>
            <a:off x="319500" y="988573"/>
            <a:ext cx="8505000" cy="4026600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Bodoni Ornament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79" name="Google Shape;879;p70">
            <a:extLst>
              <a:ext uri="{FF2B5EF4-FFF2-40B4-BE49-F238E27FC236}">
                <a16:creationId xmlns:a16="http://schemas.microsoft.com/office/drawing/2014/main" id="{B1A26942-B3C7-067D-7E95-9F69AF8C1756}"/>
              </a:ext>
            </a:extLst>
          </p:cNvPr>
          <p:cNvSpPr txBox="1"/>
          <p:nvPr/>
        </p:nvSpPr>
        <p:spPr>
          <a:xfrm>
            <a:off x="319500" y="237037"/>
            <a:ext cx="8634000" cy="70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4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РЕЗУЛЬТАТЫ РАБОТЫ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025878-7563-97D6-EDCB-C36C9F848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49"/>
          <a:stretch>
            <a:fillRect/>
          </a:stretch>
        </p:blipFill>
        <p:spPr>
          <a:xfrm>
            <a:off x="875603" y="1126105"/>
            <a:ext cx="7392794" cy="370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77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/>
          <p:cNvSpPr/>
          <p:nvPr/>
        </p:nvSpPr>
        <p:spPr>
          <a:xfrm>
            <a:off x="68893" y="757825"/>
            <a:ext cx="9012477" cy="4327742"/>
          </a:xfrm>
          <a:prstGeom prst="roundRect">
            <a:avLst>
              <a:gd name="adj" fmla="val 40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255000" y="130566"/>
            <a:ext cx="86340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ru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РЕЗУЛЬТАТЫ РАБОТЫ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ПРОГРАММЫ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ABE2C5-899D-A593-B8F7-CF89644C73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12" y="852716"/>
            <a:ext cx="4177852" cy="416021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0AA963-7D08-7295-C995-6FF5331686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6" r="56659"/>
          <a:stretch>
            <a:fillRect/>
          </a:stretch>
        </p:blipFill>
        <p:spPr>
          <a:xfrm>
            <a:off x="4835271" y="1739347"/>
            <a:ext cx="3917517" cy="2737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AA770D-36FD-EFEF-C8FA-C459C695FE80}"/>
              </a:ext>
            </a:extLst>
          </p:cNvPr>
          <p:cNvSpPr txBox="1"/>
          <p:nvPr/>
        </p:nvSpPr>
        <p:spPr>
          <a:xfrm>
            <a:off x="4835271" y="1093304"/>
            <a:ext cx="38018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Пороговое значение – 0.5</a:t>
            </a:r>
          </a:p>
        </p:txBody>
      </p:sp>
    </p:spTree>
    <p:extLst>
      <p:ext uri="{BB962C8B-B14F-4D97-AF65-F5344CB8AC3E}">
        <p14:creationId xmlns:p14="http://schemas.microsoft.com/office/powerpoint/2010/main" val="3117199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9"/>
          <p:cNvSpPr/>
          <p:nvPr/>
        </p:nvSpPr>
        <p:spPr>
          <a:xfrm>
            <a:off x="0" y="2207633"/>
            <a:ext cx="5410962" cy="2940590"/>
          </a:xfrm>
          <a:custGeom>
            <a:avLst/>
            <a:gdLst/>
            <a:ahLst/>
            <a:cxnLst/>
            <a:rect l="l" t="t" r="r" b="b"/>
            <a:pathLst>
              <a:path w="8229600" h="5136401" extrusionOk="0">
                <a:moveTo>
                  <a:pt x="0" y="675237"/>
                </a:moveTo>
                <a:cubicBezTo>
                  <a:pt x="970972" y="233046"/>
                  <a:pt x="1941945" y="-209145"/>
                  <a:pt x="2673927" y="107201"/>
                </a:cubicBezTo>
                <a:cubicBezTo>
                  <a:pt x="3405909" y="423546"/>
                  <a:pt x="3692236" y="2095328"/>
                  <a:pt x="4391891" y="2573310"/>
                </a:cubicBezTo>
                <a:cubicBezTo>
                  <a:pt x="5091546" y="3051292"/>
                  <a:pt x="6232237" y="2547910"/>
                  <a:pt x="6871855" y="2975092"/>
                </a:cubicBezTo>
                <a:cubicBezTo>
                  <a:pt x="7511473" y="3402274"/>
                  <a:pt x="7870536" y="4269337"/>
                  <a:pt x="8229600" y="5136401"/>
                </a:cubicBezTo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9"/>
          <p:cNvSpPr/>
          <p:nvPr/>
        </p:nvSpPr>
        <p:spPr>
          <a:xfrm>
            <a:off x="1948519" y="1846631"/>
            <a:ext cx="5221500" cy="1363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" sz="3600" dirty="0"/>
              <a:t>Спасибо за внимание!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13805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1238</Words>
  <Application>Microsoft Macintosh PowerPoint</Application>
  <PresentationFormat>Экран (16:9)</PresentationFormat>
  <Paragraphs>234</Paragraphs>
  <Slides>34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Times New Roman</vt:lpstr>
      <vt:lpstr>Play</vt:lpstr>
      <vt:lpstr>Wingdings</vt:lpstr>
      <vt:lpstr>Arial</vt:lpstr>
      <vt:lpstr>Symbol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Rita</dc:creator>
  <cp:lastModifiedBy>Каримов Оятилло Жамолидинович</cp:lastModifiedBy>
  <cp:revision>51</cp:revision>
  <dcterms:modified xsi:type="dcterms:W3CDTF">2026-05-08T19:19:55Z</dcterms:modified>
</cp:coreProperties>
</file>